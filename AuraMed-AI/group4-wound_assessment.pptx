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4707" r:id="rId2"/>
    <p:sldId id="4916" r:id="rId3"/>
    <p:sldId id="4917" r:id="rId4"/>
    <p:sldId id="4935" r:id="rId5"/>
    <p:sldId id="4942" r:id="rId6"/>
    <p:sldId id="4936" r:id="rId7"/>
    <p:sldId id="4937" r:id="rId8"/>
    <p:sldId id="4938" r:id="rId9"/>
    <p:sldId id="4939" r:id="rId10"/>
    <p:sldId id="4940" r:id="rId11"/>
    <p:sldId id="4941" r:id="rId12"/>
    <p:sldId id="4920" r:id="rId13"/>
    <p:sldId id="4943" r:id="rId14"/>
    <p:sldId id="4945" r:id="rId15"/>
    <p:sldId id="4918" r:id="rId16"/>
    <p:sldId id="4946" r:id="rId17"/>
    <p:sldId id="4914" r:id="rId18"/>
    <p:sldId id="483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3F8F2-96B3-4CAA-A1DC-7CB99609DCA1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698A58-1C56-4DFB-9A3F-4D123B4AD158}">
      <dgm:prSet phldrT="[Text]" phldr="0"/>
      <dgm:spPr/>
      <dgm:t>
        <a:bodyPr/>
        <a:lstStyle/>
        <a:p>
          <a:pPr algn="ctr"/>
          <a:r>
            <a:rPr lang="en-US" dirty="0"/>
            <a:t>Programming</a:t>
          </a:r>
          <a:endParaRPr lang="en-IN" dirty="0"/>
        </a:p>
      </dgm:t>
    </dgm:pt>
    <dgm:pt modelId="{8057AD95-FCC2-4D72-8266-444FE9DFACC2}" type="parTrans" cxnId="{C04CDA80-1ACF-4956-9F68-9644214065E1}">
      <dgm:prSet/>
      <dgm:spPr/>
      <dgm:t>
        <a:bodyPr/>
        <a:lstStyle/>
        <a:p>
          <a:endParaRPr lang="en-IN"/>
        </a:p>
      </dgm:t>
    </dgm:pt>
    <dgm:pt modelId="{6278E9D1-81A5-46F6-93A3-7853CB2EE312}" type="sibTrans" cxnId="{C04CDA80-1ACF-4956-9F68-9644214065E1}">
      <dgm:prSet/>
      <dgm:spPr/>
      <dgm:t>
        <a:bodyPr/>
        <a:lstStyle/>
        <a:p>
          <a:endParaRPr lang="en-IN"/>
        </a:p>
      </dgm:t>
    </dgm:pt>
    <dgm:pt modelId="{7C083FED-1277-4321-AC59-1DA0FDB2730A}">
      <dgm:prSet phldrT="[Text]" phldr="0"/>
      <dgm:spPr/>
      <dgm:t>
        <a:bodyPr/>
        <a:lstStyle/>
        <a:p>
          <a:pPr algn="l"/>
          <a:r>
            <a:rPr lang="en-US" dirty="0"/>
            <a:t>Libraries</a:t>
          </a:r>
          <a:endParaRPr lang="en-IN" dirty="0"/>
        </a:p>
      </dgm:t>
    </dgm:pt>
    <dgm:pt modelId="{B0263C70-38B3-4E96-BD59-8A5C7375188B}" type="parTrans" cxnId="{0E506707-DFDA-4957-91CE-E7DB2FD54CFF}">
      <dgm:prSet/>
      <dgm:spPr/>
      <dgm:t>
        <a:bodyPr/>
        <a:lstStyle/>
        <a:p>
          <a:endParaRPr lang="en-IN"/>
        </a:p>
      </dgm:t>
    </dgm:pt>
    <dgm:pt modelId="{7EB921B2-ECA4-41B9-A58A-BA83EBEDEA0F}" type="sibTrans" cxnId="{0E506707-DFDA-4957-91CE-E7DB2FD54CFF}">
      <dgm:prSet/>
      <dgm:spPr/>
      <dgm:t>
        <a:bodyPr/>
        <a:lstStyle/>
        <a:p>
          <a:endParaRPr lang="en-IN"/>
        </a:p>
      </dgm:t>
    </dgm:pt>
    <dgm:pt modelId="{82665CEB-0B63-4BA9-AB28-28641448EFCF}">
      <dgm:prSet phldrT="[Text]" phldr="0"/>
      <dgm:spPr/>
      <dgm:t>
        <a:bodyPr/>
        <a:lstStyle/>
        <a:p>
          <a:r>
            <a:rPr lang="en-US" dirty="0"/>
            <a:t>Deep Learning</a:t>
          </a:r>
          <a:endParaRPr lang="en-IN" dirty="0"/>
        </a:p>
      </dgm:t>
    </dgm:pt>
    <dgm:pt modelId="{94F0B40A-3B73-4C88-9990-1897030D5DC2}" type="parTrans" cxnId="{260093F8-9DBB-42C1-B57D-7B7A1E799BB5}">
      <dgm:prSet/>
      <dgm:spPr/>
      <dgm:t>
        <a:bodyPr/>
        <a:lstStyle/>
        <a:p>
          <a:endParaRPr lang="en-IN"/>
        </a:p>
      </dgm:t>
    </dgm:pt>
    <dgm:pt modelId="{08122648-328B-4380-A7DF-445A6A8756E7}" type="sibTrans" cxnId="{260093F8-9DBB-42C1-B57D-7B7A1E799BB5}">
      <dgm:prSet/>
      <dgm:spPr/>
      <dgm:t>
        <a:bodyPr/>
        <a:lstStyle/>
        <a:p>
          <a:endParaRPr lang="en-IN"/>
        </a:p>
      </dgm:t>
    </dgm:pt>
    <dgm:pt modelId="{51B9B87F-2E8E-45FD-AB81-878D2106993A}" type="pres">
      <dgm:prSet presAssocID="{E633F8F2-96B3-4CAA-A1DC-7CB99609DCA1}" presName="diagram" presStyleCnt="0">
        <dgm:presLayoutVars>
          <dgm:dir/>
          <dgm:animLvl val="lvl"/>
          <dgm:resizeHandles val="exact"/>
        </dgm:presLayoutVars>
      </dgm:prSet>
      <dgm:spPr/>
    </dgm:pt>
    <dgm:pt modelId="{B5205FB6-CE6F-4CE4-84AF-50027760C0D9}" type="pres">
      <dgm:prSet presAssocID="{06698A58-1C56-4DFB-9A3F-4D123B4AD158}" presName="compNode" presStyleCnt="0"/>
      <dgm:spPr/>
    </dgm:pt>
    <dgm:pt modelId="{F69B0F7B-3333-44E3-BFEA-22AC1CA2BE84}" type="pres">
      <dgm:prSet presAssocID="{06698A58-1C56-4DFB-9A3F-4D123B4AD158}" presName="childRect" presStyleLbl="bgAcc1" presStyleIdx="0" presStyleCnt="3">
        <dgm:presLayoutVars>
          <dgm:bulletEnabled val="1"/>
        </dgm:presLayoutVars>
      </dgm:prSet>
      <dgm:spPr/>
    </dgm:pt>
    <dgm:pt modelId="{B30FAB59-917B-4905-9E58-7F1021F3728B}" type="pres">
      <dgm:prSet presAssocID="{06698A58-1C56-4DFB-9A3F-4D123B4AD15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61EC18B-DAD8-403C-A342-B2C9980DD1E3}" type="pres">
      <dgm:prSet presAssocID="{06698A58-1C56-4DFB-9A3F-4D123B4AD158}" presName="parentRect" presStyleLbl="alignNode1" presStyleIdx="0" presStyleCnt="3"/>
      <dgm:spPr/>
    </dgm:pt>
    <dgm:pt modelId="{553B004B-D5CC-4DD6-A5AA-6BA8EBE3A384}" type="pres">
      <dgm:prSet presAssocID="{06698A58-1C56-4DFB-9A3F-4D123B4AD158}" presName="adorn" presStyleLbl="fgAccFollowNode1" presStyleIdx="0" presStyleCnt="3" custScaleX="43072" custScaleY="4307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09CCE51-CF7A-4975-9011-A27C8686BE7A}" type="pres">
      <dgm:prSet presAssocID="{6278E9D1-81A5-46F6-93A3-7853CB2EE312}" presName="sibTrans" presStyleLbl="sibTrans2D1" presStyleIdx="0" presStyleCnt="0"/>
      <dgm:spPr/>
    </dgm:pt>
    <dgm:pt modelId="{A3ACBBC1-5DD9-493D-A4CC-77308A85B3A1}" type="pres">
      <dgm:prSet presAssocID="{7C083FED-1277-4321-AC59-1DA0FDB2730A}" presName="compNode" presStyleCnt="0"/>
      <dgm:spPr/>
    </dgm:pt>
    <dgm:pt modelId="{733F6A65-EAB0-4BAC-9BF8-E83BCA297628}" type="pres">
      <dgm:prSet presAssocID="{7C083FED-1277-4321-AC59-1DA0FDB2730A}" presName="childRect" presStyleLbl="bgAcc1" presStyleIdx="1" presStyleCnt="3">
        <dgm:presLayoutVars>
          <dgm:bulletEnabled val="1"/>
        </dgm:presLayoutVars>
      </dgm:prSet>
      <dgm:spPr/>
    </dgm:pt>
    <dgm:pt modelId="{F3C3686A-628F-4D23-A500-49D9DFB3E8B3}" type="pres">
      <dgm:prSet presAssocID="{7C083FED-1277-4321-AC59-1DA0FDB2730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BB25CA5-9A79-426F-8F35-88BA8A2C5301}" type="pres">
      <dgm:prSet presAssocID="{7C083FED-1277-4321-AC59-1DA0FDB2730A}" presName="parentRect" presStyleLbl="alignNode1" presStyleIdx="1" presStyleCnt="3"/>
      <dgm:spPr/>
    </dgm:pt>
    <dgm:pt modelId="{C8E80DDD-6F8D-4C49-AA5A-B970A4BEE3BE}" type="pres">
      <dgm:prSet presAssocID="{7C083FED-1277-4321-AC59-1DA0FDB2730A}" presName="adorn" presStyleLbl="fgAccFollowNode1" presStyleIdx="1" presStyleCnt="3" custScaleX="42292" custScaleY="4229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0A280017-D7C7-4EB6-A0A3-92E96B6A6187}" type="pres">
      <dgm:prSet presAssocID="{7EB921B2-ECA4-41B9-A58A-BA83EBEDEA0F}" presName="sibTrans" presStyleLbl="sibTrans2D1" presStyleIdx="0" presStyleCnt="0"/>
      <dgm:spPr/>
    </dgm:pt>
    <dgm:pt modelId="{C8FEB231-23EE-48E5-8E5F-9A6983E3F0D5}" type="pres">
      <dgm:prSet presAssocID="{82665CEB-0B63-4BA9-AB28-28641448EFCF}" presName="compNode" presStyleCnt="0"/>
      <dgm:spPr/>
    </dgm:pt>
    <dgm:pt modelId="{D82A4529-C1CA-4D01-8F03-11169529DA18}" type="pres">
      <dgm:prSet presAssocID="{82665CEB-0B63-4BA9-AB28-28641448EFCF}" presName="childRect" presStyleLbl="bgAcc1" presStyleIdx="2" presStyleCnt="3">
        <dgm:presLayoutVars>
          <dgm:bulletEnabled val="1"/>
        </dgm:presLayoutVars>
      </dgm:prSet>
      <dgm:spPr/>
    </dgm:pt>
    <dgm:pt modelId="{BA813C9B-63F8-4154-A517-2B30B4CDA066}" type="pres">
      <dgm:prSet presAssocID="{82665CEB-0B63-4BA9-AB28-28641448EFC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A2F7FD7-81EC-4B86-BC10-C20ACF6A46F4}" type="pres">
      <dgm:prSet presAssocID="{82665CEB-0B63-4BA9-AB28-28641448EFCF}" presName="parentRect" presStyleLbl="alignNode1" presStyleIdx="2" presStyleCnt="3"/>
      <dgm:spPr/>
    </dgm:pt>
    <dgm:pt modelId="{E7FB2CD0-F6F4-41FF-B4D5-9CC70E193653}" type="pres">
      <dgm:prSet presAssocID="{82665CEB-0B63-4BA9-AB28-28641448EFCF}" presName="adorn" presStyleLbl="fgAccFollowNode1" presStyleIdx="2" presStyleCnt="3" custScaleX="42087" custScaleY="4208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</dgm:ptLst>
  <dgm:cxnLst>
    <dgm:cxn modelId="{0E506707-DFDA-4957-91CE-E7DB2FD54CFF}" srcId="{E633F8F2-96B3-4CAA-A1DC-7CB99609DCA1}" destId="{7C083FED-1277-4321-AC59-1DA0FDB2730A}" srcOrd="1" destOrd="0" parTransId="{B0263C70-38B3-4E96-BD59-8A5C7375188B}" sibTransId="{7EB921B2-ECA4-41B9-A58A-BA83EBEDEA0F}"/>
    <dgm:cxn modelId="{7F6BBB33-0D33-4037-8E04-F3848E53F904}" type="presOf" srcId="{7C083FED-1277-4321-AC59-1DA0FDB2730A}" destId="{EBB25CA5-9A79-426F-8F35-88BA8A2C5301}" srcOrd="1" destOrd="0" presId="urn:microsoft.com/office/officeart/2005/8/layout/bList2"/>
    <dgm:cxn modelId="{F297335B-85A2-4B48-AC59-A98139FA4110}" type="presOf" srcId="{E633F8F2-96B3-4CAA-A1DC-7CB99609DCA1}" destId="{51B9B87F-2E8E-45FD-AB81-878D2106993A}" srcOrd="0" destOrd="0" presId="urn:microsoft.com/office/officeart/2005/8/layout/bList2"/>
    <dgm:cxn modelId="{A8DF0348-8339-4B1A-B21B-CBEB62B51729}" type="presOf" srcId="{6278E9D1-81A5-46F6-93A3-7853CB2EE312}" destId="{E09CCE51-CF7A-4975-9011-A27C8686BE7A}" srcOrd="0" destOrd="0" presId="urn:microsoft.com/office/officeart/2005/8/layout/bList2"/>
    <dgm:cxn modelId="{EEA17269-93A7-483A-A6E1-D72903D45180}" type="presOf" srcId="{82665CEB-0B63-4BA9-AB28-28641448EFCF}" destId="{BA813C9B-63F8-4154-A517-2B30B4CDA066}" srcOrd="0" destOrd="0" presId="urn:microsoft.com/office/officeart/2005/8/layout/bList2"/>
    <dgm:cxn modelId="{E78EC154-9CFC-4A68-90F0-E9D67140CC6C}" type="presOf" srcId="{7EB921B2-ECA4-41B9-A58A-BA83EBEDEA0F}" destId="{0A280017-D7C7-4EB6-A0A3-92E96B6A6187}" srcOrd="0" destOrd="0" presId="urn:microsoft.com/office/officeart/2005/8/layout/bList2"/>
    <dgm:cxn modelId="{C04CDA80-1ACF-4956-9F68-9644214065E1}" srcId="{E633F8F2-96B3-4CAA-A1DC-7CB99609DCA1}" destId="{06698A58-1C56-4DFB-9A3F-4D123B4AD158}" srcOrd="0" destOrd="0" parTransId="{8057AD95-FCC2-4D72-8266-444FE9DFACC2}" sibTransId="{6278E9D1-81A5-46F6-93A3-7853CB2EE312}"/>
    <dgm:cxn modelId="{5E5CC38C-8BF8-4261-8140-BAE86905CB5E}" type="presOf" srcId="{06698A58-1C56-4DFB-9A3F-4D123B4AD158}" destId="{561EC18B-DAD8-403C-A342-B2C9980DD1E3}" srcOrd="1" destOrd="0" presId="urn:microsoft.com/office/officeart/2005/8/layout/bList2"/>
    <dgm:cxn modelId="{69945BD2-40B6-43A6-97C3-AC36594354EE}" type="presOf" srcId="{82665CEB-0B63-4BA9-AB28-28641448EFCF}" destId="{6A2F7FD7-81EC-4B86-BC10-C20ACF6A46F4}" srcOrd="1" destOrd="0" presId="urn:microsoft.com/office/officeart/2005/8/layout/bList2"/>
    <dgm:cxn modelId="{8DD1FCE3-8412-4B4F-9626-7E2D1EA819D7}" type="presOf" srcId="{7C083FED-1277-4321-AC59-1DA0FDB2730A}" destId="{F3C3686A-628F-4D23-A500-49D9DFB3E8B3}" srcOrd="0" destOrd="0" presId="urn:microsoft.com/office/officeart/2005/8/layout/bList2"/>
    <dgm:cxn modelId="{7898F7EA-9BBA-4E0A-8E9A-FD9AEE56307E}" type="presOf" srcId="{06698A58-1C56-4DFB-9A3F-4D123B4AD158}" destId="{B30FAB59-917B-4905-9E58-7F1021F3728B}" srcOrd="0" destOrd="0" presId="urn:microsoft.com/office/officeart/2005/8/layout/bList2"/>
    <dgm:cxn modelId="{260093F8-9DBB-42C1-B57D-7B7A1E799BB5}" srcId="{E633F8F2-96B3-4CAA-A1DC-7CB99609DCA1}" destId="{82665CEB-0B63-4BA9-AB28-28641448EFCF}" srcOrd="2" destOrd="0" parTransId="{94F0B40A-3B73-4C88-9990-1897030D5DC2}" sibTransId="{08122648-328B-4380-A7DF-445A6A8756E7}"/>
    <dgm:cxn modelId="{25AB2551-3574-428A-B2A2-D4417A869CA7}" type="presParOf" srcId="{51B9B87F-2E8E-45FD-AB81-878D2106993A}" destId="{B5205FB6-CE6F-4CE4-84AF-50027760C0D9}" srcOrd="0" destOrd="0" presId="urn:microsoft.com/office/officeart/2005/8/layout/bList2"/>
    <dgm:cxn modelId="{B1E2B8A2-BE99-4BF5-A563-5467D759EB37}" type="presParOf" srcId="{B5205FB6-CE6F-4CE4-84AF-50027760C0D9}" destId="{F69B0F7B-3333-44E3-BFEA-22AC1CA2BE84}" srcOrd="0" destOrd="0" presId="urn:microsoft.com/office/officeart/2005/8/layout/bList2"/>
    <dgm:cxn modelId="{22E4FB59-8D55-4329-87C2-D0C4A862CED8}" type="presParOf" srcId="{B5205FB6-CE6F-4CE4-84AF-50027760C0D9}" destId="{B30FAB59-917B-4905-9E58-7F1021F3728B}" srcOrd="1" destOrd="0" presId="urn:microsoft.com/office/officeart/2005/8/layout/bList2"/>
    <dgm:cxn modelId="{EC5AF92F-AFC1-4CBD-A0AD-AF0268972F2B}" type="presParOf" srcId="{B5205FB6-CE6F-4CE4-84AF-50027760C0D9}" destId="{561EC18B-DAD8-403C-A342-B2C9980DD1E3}" srcOrd="2" destOrd="0" presId="urn:microsoft.com/office/officeart/2005/8/layout/bList2"/>
    <dgm:cxn modelId="{DFACF58A-8B19-4029-A085-111AD735C02C}" type="presParOf" srcId="{B5205FB6-CE6F-4CE4-84AF-50027760C0D9}" destId="{553B004B-D5CC-4DD6-A5AA-6BA8EBE3A384}" srcOrd="3" destOrd="0" presId="urn:microsoft.com/office/officeart/2005/8/layout/bList2"/>
    <dgm:cxn modelId="{A5D15048-BCB5-4B00-AD34-2F4DCB2E332F}" type="presParOf" srcId="{51B9B87F-2E8E-45FD-AB81-878D2106993A}" destId="{E09CCE51-CF7A-4975-9011-A27C8686BE7A}" srcOrd="1" destOrd="0" presId="urn:microsoft.com/office/officeart/2005/8/layout/bList2"/>
    <dgm:cxn modelId="{3B2C87D2-605A-4961-B948-E82979EBE9F2}" type="presParOf" srcId="{51B9B87F-2E8E-45FD-AB81-878D2106993A}" destId="{A3ACBBC1-5DD9-493D-A4CC-77308A85B3A1}" srcOrd="2" destOrd="0" presId="urn:microsoft.com/office/officeart/2005/8/layout/bList2"/>
    <dgm:cxn modelId="{FB7EC4C5-4AAB-4043-A763-3C18FEFB6C6B}" type="presParOf" srcId="{A3ACBBC1-5DD9-493D-A4CC-77308A85B3A1}" destId="{733F6A65-EAB0-4BAC-9BF8-E83BCA297628}" srcOrd="0" destOrd="0" presId="urn:microsoft.com/office/officeart/2005/8/layout/bList2"/>
    <dgm:cxn modelId="{DD0F4A5D-0B83-4EF9-980D-F0D440B26281}" type="presParOf" srcId="{A3ACBBC1-5DD9-493D-A4CC-77308A85B3A1}" destId="{F3C3686A-628F-4D23-A500-49D9DFB3E8B3}" srcOrd="1" destOrd="0" presId="urn:microsoft.com/office/officeart/2005/8/layout/bList2"/>
    <dgm:cxn modelId="{C54E82C0-5BC9-4007-884B-AE46F2342D5E}" type="presParOf" srcId="{A3ACBBC1-5DD9-493D-A4CC-77308A85B3A1}" destId="{EBB25CA5-9A79-426F-8F35-88BA8A2C5301}" srcOrd="2" destOrd="0" presId="urn:microsoft.com/office/officeart/2005/8/layout/bList2"/>
    <dgm:cxn modelId="{AFF3EF10-A3CD-4381-972A-458365A71F95}" type="presParOf" srcId="{A3ACBBC1-5DD9-493D-A4CC-77308A85B3A1}" destId="{C8E80DDD-6F8D-4C49-AA5A-B970A4BEE3BE}" srcOrd="3" destOrd="0" presId="urn:microsoft.com/office/officeart/2005/8/layout/bList2"/>
    <dgm:cxn modelId="{2CE5AEB7-098F-4884-8DBC-4EA8695F70D9}" type="presParOf" srcId="{51B9B87F-2E8E-45FD-AB81-878D2106993A}" destId="{0A280017-D7C7-4EB6-A0A3-92E96B6A6187}" srcOrd="3" destOrd="0" presId="urn:microsoft.com/office/officeart/2005/8/layout/bList2"/>
    <dgm:cxn modelId="{700EC430-E953-40F5-9179-661FCA32DF7F}" type="presParOf" srcId="{51B9B87F-2E8E-45FD-AB81-878D2106993A}" destId="{C8FEB231-23EE-48E5-8E5F-9A6983E3F0D5}" srcOrd="4" destOrd="0" presId="urn:microsoft.com/office/officeart/2005/8/layout/bList2"/>
    <dgm:cxn modelId="{E91B8B10-6A56-4A4A-BD5B-D2812650E5CF}" type="presParOf" srcId="{C8FEB231-23EE-48E5-8E5F-9A6983E3F0D5}" destId="{D82A4529-C1CA-4D01-8F03-11169529DA18}" srcOrd="0" destOrd="0" presId="urn:microsoft.com/office/officeart/2005/8/layout/bList2"/>
    <dgm:cxn modelId="{C1AF7B66-255C-4988-88F5-EAA9F08E5526}" type="presParOf" srcId="{C8FEB231-23EE-48E5-8E5F-9A6983E3F0D5}" destId="{BA813C9B-63F8-4154-A517-2B30B4CDA066}" srcOrd="1" destOrd="0" presId="urn:microsoft.com/office/officeart/2005/8/layout/bList2"/>
    <dgm:cxn modelId="{285CA7CA-4218-452A-9826-3AEF66CB96DD}" type="presParOf" srcId="{C8FEB231-23EE-48E5-8E5F-9A6983E3F0D5}" destId="{6A2F7FD7-81EC-4B86-BC10-C20ACF6A46F4}" srcOrd="2" destOrd="0" presId="urn:microsoft.com/office/officeart/2005/8/layout/bList2"/>
    <dgm:cxn modelId="{91887FB5-4DDE-47F0-B6BC-396C174B7966}" type="presParOf" srcId="{C8FEB231-23EE-48E5-8E5F-9A6983E3F0D5}" destId="{E7FB2CD0-F6F4-41FF-B4D5-9CC70E193653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9B0F7B-3333-44E3-BFEA-22AC1CA2BE84}">
      <dsp:nvSpPr>
        <dsp:cNvPr id="0" name=""/>
        <dsp:cNvSpPr/>
      </dsp:nvSpPr>
      <dsp:spPr>
        <a:xfrm>
          <a:off x="2861" y="1343261"/>
          <a:ext cx="2559470" cy="191059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1EC18B-DAD8-403C-A342-B2C9980DD1E3}">
      <dsp:nvSpPr>
        <dsp:cNvPr id="0" name=""/>
        <dsp:cNvSpPr/>
      </dsp:nvSpPr>
      <dsp:spPr>
        <a:xfrm>
          <a:off x="2861" y="3253851"/>
          <a:ext cx="2559470" cy="8215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Programming</a:t>
          </a:r>
          <a:endParaRPr lang="en-IN" sz="2000" kern="1200" dirty="0"/>
        </a:p>
      </dsp:txBody>
      <dsp:txXfrm>
        <a:off x="2861" y="3253851"/>
        <a:ext cx="1802444" cy="821554"/>
      </dsp:txXfrm>
    </dsp:sp>
    <dsp:sp modelId="{553B004B-D5CC-4DD6-A5AA-6BA8EBE3A384}">
      <dsp:nvSpPr>
        <dsp:cNvPr id="0" name=""/>
        <dsp:cNvSpPr/>
      </dsp:nvSpPr>
      <dsp:spPr>
        <a:xfrm>
          <a:off x="2132693" y="3639332"/>
          <a:ext cx="385845" cy="38584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F6A65-EAB0-4BAC-9BF8-E83BCA297628}">
      <dsp:nvSpPr>
        <dsp:cNvPr id="0" name=""/>
        <dsp:cNvSpPr/>
      </dsp:nvSpPr>
      <dsp:spPr>
        <a:xfrm>
          <a:off x="2784264" y="1343261"/>
          <a:ext cx="2559470" cy="191059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25CA5-9A79-426F-8F35-88BA8A2C5301}">
      <dsp:nvSpPr>
        <dsp:cNvPr id="0" name=""/>
        <dsp:cNvSpPr/>
      </dsp:nvSpPr>
      <dsp:spPr>
        <a:xfrm>
          <a:off x="2784264" y="3253851"/>
          <a:ext cx="2559470" cy="8215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Libraries</a:t>
          </a:r>
          <a:endParaRPr lang="en-IN" sz="2000" kern="1200" dirty="0"/>
        </a:p>
      </dsp:txBody>
      <dsp:txXfrm>
        <a:off x="2784264" y="3253851"/>
        <a:ext cx="1802444" cy="821554"/>
      </dsp:txXfrm>
    </dsp:sp>
    <dsp:sp modelId="{C8E80DDD-6F8D-4C49-AA5A-B970A4BEE3BE}">
      <dsp:nvSpPr>
        <dsp:cNvPr id="0" name=""/>
        <dsp:cNvSpPr/>
      </dsp:nvSpPr>
      <dsp:spPr>
        <a:xfrm>
          <a:off x="4917590" y="3642826"/>
          <a:ext cx="378857" cy="37885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2A4529-C1CA-4D01-8F03-11169529DA18}">
      <dsp:nvSpPr>
        <dsp:cNvPr id="0" name=""/>
        <dsp:cNvSpPr/>
      </dsp:nvSpPr>
      <dsp:spPr>
        <a:xfrm>
          <a:off x="5565667" y="1343261"/>
          <a:ext cx="2559470" cy="191059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F7FD7-81EC-4B86-BC10-C20ACF6A46F4}">
      <dsp:nvSpPr>
        <dsp:cNvPr id="0" name=""/>
        <dsp:cNvSpPr/>
      </dsp:nvSpPr>
      <dsp:spPr>
        <a:xfrm>
          <a:off x="5565667" y="3253851"/>
          <a:ext cx="2559470" cy="8215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Deep Learning</a:t>
          </a:r>
          <a:endParaRPr lang="en-IN" sz="2000" kern="1200" dirty="0"/>
        </a:p>
      </dsp:txBody>
      <dsp:txXfrm>
        <a:off x="5565667" y="3253851"/>
        <a:ext cx="1802444" cy="821554"/>
      </dsp:txXfrm>
    </dsp:sp>
    <dsp:sp modelId="{E7FB2CD0-F6F4-41FF-B4D5-9CC70E193653}">
      <dsp:nvSpPr>
        <dsp:cNvPr id="0" name=""/>
        <dsp:cNvSpPr/>
      </dsp:nvSpPr>
      <dsp:spPr>
        <a:xfrm>
          <a:off x="7699912" y="3643744"/>
          <a:ext cx="377021" cy="377021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9T10:55:09.17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4203 1763 24575,'-24'9'0,"1"1"0,0 2 0,0 0 0,1 1 0,1 1 0,-29 24 0,-106 115 0,108-102 0,-91 76 0,1-28 0,-4-5 0,-171 82 0,-326 101 0,535-238 0,-1-5 0,-3-4 0,-110 15 0,209-44 0,-2 1 0,-1-1 0,1 0 0,-1 0 0,-17-3 0,26 2 0,0-1 0,1 1 0,-1-1 0,1 0 0,-1 1 0,1-1 0,-1-1 0,1 1 0,-1 0 0,1-1 0,0 1 0,0-1 0,0 1 0,0-1 0,0 0 0,0 0 0,0 0 0,0 0 0,1 0 0,-1-1 0,1 1 0,0 0 0,0-1 0,-2-3 0,-2-16 0,0-1 0,1 0 0,2 0 0,0 0 0,3-39 0,-1 50 0,0 7 0,1 0 0,0 0 0,-1-1 0,2 1 0,-1 0 0,1 0 0,-1 0 0,1 0 0,1 0 0,-1 0 0,1 1 0,0-1 0,0 1 0,0 0 0,0 0 0,1 0 0,0 0 0,0 0 0,0 1 0,6-4 0,9-5 0,0 1 0,0 1 0,36-13 0,-38 16 0,99-36 0,214-50 0,133 16 0,-445 74 0,10-1 0,-1 2 0,1 0 0,34 3 0,-59-1 0,-1 1 0,1-1 0,-1 1 0,0-1 0,1 1 0,-1 0 0,1 0 0,-1 0 0,0 0 0,3 2 0,-4-3 0,-1 0 0,1 1 0,-1-1 0,0 1 0,1-1 0,-1 1 0,1-1 0,-1 1 0,0-1 0,1 1 0,-1-1 0,0 1 0,0 0 0,0-1 0,1 1 0,-1-1 0,0 1 0,0 0 0,0-1 0,0 1 0,0-1 0,0 1 0,0 0 0,0-1 0,0 1 0,-1 1 0,0 0 0,-1 1 0,1 0 0,-1-1 0,0 1 0,0-1 0,0 0 0,-1 1 0,1-1 0,0 0 0,-1 0 0,0-1 0,1 1 0,-1 0 0,0-1 0,-3 2 0,-28 10 0,0 0 0,0-3 0,-1 0 0,0-3 0,-49 5 0,19-6 0,-2-3 0,-70-6 0,89-1 0,0-2 0,0-2 0,-92-28 0,117 28 0,1 0 0,-1-2 0,2-1 0,0 0 0,0-2 0,1 0 0,0-2 0,2 0 0,-33-33 0,44 40 0,0 0 0,1 0 0,0-1 0,0 0 0,1 0 0,0 0 0,1-1 0,0 0 0,0 0 0,1 0 0,1 0 0,-3-16 0,5 19 0,0 0 0,0 1 0,0-1 0,1 0 0,1 1 0,-1-1 0,1 1 0,0-1 0,0 1 0,1 0 0,0-1 0,0 1 0,0 1 0,1-1 0,0 0 0,0 1 0,0 0 0,1 0 0,-1 0 0,11-8 0,15-7 0,1 0 0,1 2 0,1 1 0,0 2 0,1 1 0,56-15 0,21-2 0,0 5 0,125-12 0,230 7 0,-438 30 0,188 2 0,-184 2 0,0 1 0,0 1 0,0 1 0,46 17 0,-71-21 0,0 1 0,-1-1 0,0 1 0,0 1 0,0-1 0,0 1 0,-1 0 0,1 1 0,-1-1 0,0 1 0,8 10 0,-11-12 0,0 1 0,0-1 0,0 0 0,-1 0 0,0 1 0,0-1 0,0 1 0,0 0 0,0-1 0,-1 1 0,1-1 0,-1 1 0,0 0 0,0-1 0,-1 1 0,1 0 0,-1-1 0,0 1 0,0-1 0,0 1 0,0-1 0,0 1 0,-3 4 0,-2 2 0,0 0 0,0-1 0,-1 0 0,0 0 0,-1 0 0,0-1 0,-13 12 0,-8 2 0,-41 26 0,-14-1-7,-1-4 0,-2-3-1,-2-4 1,-139 36 0,-389 58-940,-818 31-1290,1278-160 2237,153-1 0,-1-1 0,0 1 0,1-1 0,-1 0 0,1 0 0,-1-1 0,-5-2 0,10 4 0,0 0 0,-1 0 0,1 0 0,0 0 0,-1-1 0,1 1 0,0 0 0,0 0 0,-1-1 0,1 1 0,0 0 0,0-1 0,-1 1 0,1 0 0,0-1 0,0 1 0,0 0 0,-1-1 0,1 1 0,0 0 0,0-1 0,0 1 0,0 0 0,0-1 0,0 1 0,0-1 0,0 1 0,0 0 0,0-1 0,0 1 0,0 0 0,0-1 0,0 1 0,0-1 0,0 1 0,1 0 0,-1-1 0,0 1 0,0 0 0,0-1 0,1 1 0,-1 0 0,0-1 0,1 1 0,5-5 0,1 0 0,0 0 0,0 1 0,0 0 0,0 0 0,1 1 0,9-3 0,170-52 0,127-19-83,2 14 0,3 13 1,341-7-1,-539 53 984,206 20 0,-300-12-657,0 0 0,27 9 0,-48-11-215,0 0-1,0 0 1,0 0 0,0 1-1,-1 0 1,0 0-1,1 1 1,-1 0-1,0-1 1,-1 2-1,1-1 1,-1 0-1,7 9 1,-9-9-28,0 0 0,0 0 0,0 0 0,-1 0 0,1 1 0,-1-1 0,0 0 0,0 0 0,-1 1 0,1-1 0,-1 1 0,0-1 0,0 1 0,-1-1 0,1 0 0,-1 1 0,0-1 0,0 0 0,0 1 0,-1-1 0,1 0-1,-1 0 1,0 0 0,0 0 0,-1-1 0,-3 6 0,-4 5 16,-1-1 0,0 0 0,-1-1 0,-1 0 0,-21 16 0,-4-2 58,0-2 0,-1-2 0,-1-1 1,-2-2-1,1-2 0,-74 19 0,64-23-81,0-3 0,-1-1 0,0-3 0,0-3-1,-82-4 1,116 0 6,0-1 0,0-1 0,0-1 0,1 0 0,-1-1 0,1-1 0,0-1 0,0 0 0,1-1 0,0-1 0,1-1 0,-25-19 0,28 18 0,0-1 0,0-1 0,1 1 0,1-2 0,0 0 0,1 0 0,1-1 0,0 0 0,1 0 0,0 0 0,2-1 0,-1 0 0,-4-29 0,-2-69 0,8 97 0,-1 18 0,-6 31 0,2-5 0,-1 0 0,-1 0 0,-1-2 0,-2 0 0,0 0 0,-2-1 0,0-1 0,-2 0 0,-1-2 0,0 0 0,-41 34 0,32-33 0,0-1 0,-2-1 0,0-1 0,-1-2 0,-1-1 0,0-1 0,-1-2 0,0-2 0,-47 10 0,45-14 0,-1-2 0,0-2 0,0-1 0,0-2 0,-1-1 0,1-2 0,1-2 0,-43-10 0,61 10 0,0 0 0,1-1 0,0-1 0,0-1 0,1 0 0,0-1 0,1 0 0,-18-15 0,23 15 0,0 0 0,0 0 0,1-1 0,1 0 0,-1 0 0,2-1 0,-1 0 0,2 0 0,-1 0 0,1-1 0,1 0 0,-4-18 0,1-7 0,2-1 0,1 0 0,2 0 0,2 0 0,1 0 0,10-59 0,0 127 0,17 135 0,6 180 0,-34-340 0,1 21 0,-3 48 0,1-69 0,1 0 0,-1 1 0,0-1 0,0 0 0,-1 0 0,1 1 0,-1-1 0,-1 0 0,1-1 0,0 1 0,-1 0 0,0-1 0,0 1 0,-1-1 0,-5 6 0,6-9 0,1 1 0,-1-1 0,0 0 0,0 0 0,0 0 0,1-1 0,-1 1 0,0-1 0,0 1 0,0-1 0,0 0 0,0 0 0,0-1 0,0 1 0,0 0 0,0-1 0,0 0 0,0 0 0,0 0 0,0 0 0,1 0 0,-1 0 0,0-1 0,1 1 0,-1-1 0,1 0 0,0 0 0,-3-2 0,-7-6 0,-1-1 0,2 0 0,0 0 0,-11-15 0,-1-6 0,2-1 0,1-1 0,1-2 0,3 1 0,0-2 0,-13-50 0,1-18 0,-16-114 0,14 25 0,46 371 0,19 451 0,-41-577 0,-3-33 0,9-18 0,-1 0 0,1 0 0,-1 1 0,0-1 0,1 0 0,-1 0 0,1 0 0,-1 0 0,1 0 0,-1 0 0,1 0 0,-1 0 0,1 0 0,-1 0 0,1 0 0,-1 0 0,1-1 0,-1 1 0,1 0 0,-1 0 0,1 0 0,-1-1 0,1 1 0,-1 0 0,1-1 0,-1 1 0,1 0 0,0-1 0,-1 1 0,1-1 0,0 1 0,-1-1 0,1 0 0,-6-7 0,0 0 0,1-1 0,0 1 0,1-1 0,0-1 0,0 1 0,1 0 0,-3-14 0,0 4 0,-169-750 0,174 765 0,-32-194 0,-30-133 0,54 303 0,9 28 0,0 0 0,0 0 0,-1 0 0,1 0 0,0 0 0,0 0 0,0 0 0,0 0 0,-1 0 0,1 0 0,0 0 0,0 0 0,0 0 0,0 0 0,-1 0 0,1 0 0,0 0 0,0 0 0,0 0 0,0 0 0,0 1 0,-1-1 0,1 0 0,0 0 0,0 0 0,0 0 0,0 0 0,0 0 0,0 0 0,-1 1 0,1-1 0,0 0 0,0 0 0,0 0 0,0 0 0,0 0 0,0 1 0,0-1 0,0 0 0,0 0 0,0 0 0,0 0 0,0 0 0,0 1 0,0-1 0,0 0 0,0 0 0,0 0 0,0 0 0,0 1 0,0-1 0,0 0 0,0 0 0,0 0 0,0 0 0,0 0 0,0 1 0,0-1 0,0 0 0,0 0 0,1 0 0,-1 0 0,1 52 0,26 219 0,5 94 0,-27-69 0,-6-333 0,9-889 0,-7 889 0,-1 26 0,-1 0 0,2 0 0,-1 0 0,2 0 0,-1 0 0,1 1 0,1-1 0,0 0 0,1 1 0,6-15 0,-10 25 0,1-1 0,-1 1 0,0 0 0,0-1 0,1 1 0,-1-1 0,0 1 0,1 0 0,-1-1 0,1 1 0,-1 0 0,1 0 0,-1-1 0,0 1 0,1 0 0,-1 0 0,1-1 0,-1 1 0,1 0 0,-1 0 0,1 0 0,-1 0 0,1 0 0,-1 0 0,1 0 0,-1 0 0,1 0 0,0 0 0,-1 0 0,1 0 0,-1 0 0,1 0 0,-1 1 0,0-1 0,1 0 0,-1 0 0,1 1 0,-1-1 0,1 0 0,-1 0 0,1 1 0,-1 0 0,16 19 0,3 13 0,-3 0 0,0 1 0,-3 1 0,11 36 0,29 150 0,-41-167 0,6 32 0,24 94 0,-63-327 0,-60-699 0,81 846 0,0 0 0,1 0 0,-1 0 0,0 0 0,0 0 0,0 0 0,0 0 0,0 0 0,0 0 0,0 0 0,1 0 0,-1 0 0,0 0 0,0 0 0,0 0 0,0 0 0,0 0 0,0 0 0,0 0 0,1 0 0,-1 0 0,0 0 0,0 0 0,0 0 0,0 0 0,0 0 0,0 0 0,0 0 0,0 0 0,1-1 0,-1 1 0,0 0 0,0 0 0,0 0 0,0 0 0,0 0 0,0 0 0,0 0 0,0 0 0,0-1 0,0 1 0,0 0 0,10 23 0,11 40 0,12 65 0,25 78 0,-52-193 0,-4-14 0,-5-23 0,-115-410 0,24 109 0,47 122 0,36 172 0,7 43 0,4 48 0,0-58 0,27 363 0,-25-350 0,-1-11 0,0 0 0,0 0 0,-1 0 0,1 1 0,-1-1 0,0 0 0,0 0 0,-1 0 0,1 0 0,-1 0 0,0 0 0,0 0 0,0 0 0,-3 7 0,4-11 0,0 0 0,0 0 0,-1 0 0,1 0 0,0 1 0,0-1 0,0 0 0,-1 0 0,1 0 0,0 0 0,0 0 0,-1 0 0,1 0 0,0 0 0,0 0 0,-1 0 0,1 0 0,0 0 0,0 0 0,-1 0 0,1 0 0,0 0 0,0 0 0,-1 0 0,1 0 0,0 0 0,0 0 0,-1 0 0,1 0 0,0-1 0,0 1 0,0 0 0,-1 0 0,1 0 0,0 0 0,0-1 0,0 1 0,0 0 0,-1 0 0,1 0 0,0-1 0,0 1 0,-9-17 0,-1-17 0,1-4 0,1 0 0,1 0 0,3 0 0,0-39 0,4 72 0,0 0 0,1 0 0,0 0 0,0 0 0,0 1 0,0-1 0,1 0 0,0 1 0,0-1 0,0 1 0,1-1 0,-1 1 0,1 0 0,0 0 0,0 0 0,1 1 0,-1-1 0,1 1 0,0 0 0,-1 0 0,1 0 0,1 0 0,-1 1 0,0-1 0,1 1 0,-1 0 0,1 0 0,5-1 0,3 0 0,0 1 0,-1 0 0,1 0 0,0 1 0,0 1 0,0 0 0,0 1 0,0 0 0,22 6 0,131 38 0,40 9 0,17 5 0,58 11 0,279-14 0,0-44 0,-208-22 0,-108 1 0,-88 6 0,709-40 0,-505-2 0,112-12 0,3 33 0,-331 25 0,962-30 0,-545-7 0,-415 35 0,271 34 0,-153 6 0,365 6 0,-305-48 0,265 4 0,-303 26 0,-116-9 0,-123-12 0,-1 1 0,1 2 0,-1 2 0,54 22 0,-99-33 0,1 0 0,0 1 0,0 0 0,-1-1 0,1 1 0,-1 0 0,1 0 0,-1 0 0,1 0 0,-1 0 0,1 1 0,-1-1 0,0 0 0,2 2 0,-3-3 0,0 1 0,0-1 0,0 1 0,-1-1 0,1 1 0,0-1 0,0 1 0,0-1 0,0 0 0,0 1 0,0-1 0,-1 1 0,1-1 0,0 0 0,0 1 0,-1-1 0,1 1 0,0-1 0,0 0 0,-1 1 0,1-1 0,0 0 0,-1 0 0,1 1 0,-1-1 0,1 0 0,0 0 0,-1 0 0,1 1 0,-1-1 0,1 0 0,0 0 0,-1 0 0,-56 12 0,-413 3 0,330-17 0,-268 11 0,-424 65 0,651-50 0,-367 41 0,-657 71-4,606-60-661,-704 50 498,-1-75 200,625-67-66,5 0 200,570 17 437,-106-2-539,206 1-65,0-1 0,0 1 0,0-1 0,1 0 0,-1-1 0,0 1 0,1-1 0,-1 1 0,1-1 0,-1 0 0,1 0 0,0-1 0,0 1 0,0-1 0,0 1 0,-3-4 0,-3-6 0,0 0 0,0-1 0,-6-13 0,8 13 0,0 1 0,-1 1 0,-14-17 0,3 12 0,-1 0 0,-1 2 0,0 0 0,-1 2 0,-46-20 0,16 7 0,22 13 0,1 1 0,-2 1 0,1 2 0,-38-6 0,37 9 0,2-2 0,-1-1 0,1-1 0,-44-20 0,72 28 0,0 1 0,0-1 0,-1 0 0,1 0 0,0 1 0,0-1 0,0 1 0,-1-1 0,1 1 0,0 0 0,-1 0 0,1-1 0,0 1 0,-1 0 0,1 0 0,-1 0 0,1 0 0,0 1 0,-1-1 0,1 0 0,0 0 0,-1 1 0,1-1 0,0 1 0,0-1 0,-1 1 0,1 0 0,0-1 0,0 1 0,0 0 0,0 0 0,0 0 0,0 0 0,0 0 0,0 0 0,0 0 0,0 0 0,1 0 0,-1 0 0,0 0 0,1 1 0,-1-1 0,1 0 0,-1 1 0,1-1 0,0 0 0,0 1 0,-1 1 0,-1 12 0,0-1 0,1 1 0,1 28 0,0-20 0,3 813 0,-6-810 0,0-1 0,-2 1 0,-1-1 0,-1 0 0,-1 0 0,-1-1 0,-22 43 0,8-18 0,6-13 0,-2-1 0,-2 0 0,-1-2 0,-43 52 0,-124 112 0,51-56 0,133-136 0,-26 29 0,-29 41 0,52-64 0,1 0 0,0 1 0,1 0 0,1 0 0,-1 1 0,2-1 0,0 1 0,-3 17 0,8-41 0,2-10 0,0 0 0,13-40 0,2 19 0,2 0 0,1 2 0,3 0 0,33-44 0,129-140 0,-40 51 0,-104 119 0,-2-1 0,-2-1 0,-3-3 0,38-84 0,-54 94 0,3 0 0,2 2 0,39-59 0,-50 89 0,1 0 0,0 0 0,1 1 0,1 1 0,0 1 0,1 0 0,0 1 0,1 1 0,1 0 0,37-16 0,11 4 0,1 3 0,1 3 0,92-11 0,73-19 0,-166 30 0,0-4 0,100-47 0,-166 68 0,-1 0 0,0 0 0,1 0 0,-1 0 0,1 0 0,-1 1 0,1-1 0,0 0 0,-1 1 0,1-1 0,-1 1 0,1 0 0,0-1 0,0 1 0,2 0 0,-28 28 0,-185 168 0,-174 177 0,302-286 0,5 3 0,-97 149 0,131-171 0,27-41 0,34-53 0,-17 22 0,132-205 0,196-234 0,-181 280 0,7 6 0,258-200 0,-392 340 0,-1-1 0,1 1 0,1 1 0,1 1 0,44-20 0,-67 34 0,0 0 0,1 1 0,-1-1 0,1 0 0,-1 1 0,1-1 0,-1 1 0,1 0 0,-1 0 0,1-1 0,-1 1 0,1 0 0,-1 0 0,1 1 0,-1-1 0,1 0 0,-1 0 0,1 1 0,-1-1 0,1 1 0,-1-1 0,0 1 0,2 0 0,-2 1 0,0-1 0,-1 1 0,1-1 0,0 1 0,-1-1 0,0 1 0,1-1 0,-1 1 0,0 0 0,0-1 0,0 1 0,0 0 0,0-1 0,0 1 0,0-1 0,0 1 0,-1 0 0,1-1 0,-1 1 0,-1 2 0,-4 15 0,-2 0 0,0-1 0,-1 0 0,0-1 0,-18 24 0,-71 80 0,69-88 0,-91 101 0,-188 161 0,-161 90 0,403-333 0,41-32 0,1-2 0,-33 34 0,92-69 0,-23 9 0,17-10 0,-1-1 0,0-1 0,-2-2 0,31-31 0,-55 50 0,1 0 0,-1 1 0,0-1 0,-1 0 0,1 0 0,-1 0 0,1 0 0,-1-1 0,0 1 0,0 0 0,0-1 0,0 1 0,-1 0 0,1-1 0,-1 1 0,0-1 0,0 1 0,0 0 0,-1-1 0,1 1 0,-1-1 0,0 1 0,0 0 0,0 0 0,0-1 0,-3-4 0,-4-5 0,-1-1 0,0 1 0,-1 1 0,-20-20 0,-18-27 0,40 43 0,-1 1 0,8 15 0,1 0 0,-1 0 0,1 0 0,-1 1 0,1-1 0,-1 0 0,1 0 0,-1 1 0,1-1 0,-1 0 0,1 1 0,-1-1 0,1 1 0,-1-1 0,1 0 0,0 1 0,-1-1 0,1 1 0,0-1 0,-1 1 0,1-1 0,0 1 0,0 0 0,-1-1 0,1 1 0,0-1 0,0 1 0,0-1 0,0 1 0,0 1 0,-12 21 0,0 0 0,-2 0 0,-1-1 0,0-1 0,-2-1 0,0 0 0,-1-1 0,-1-1 0,-1 0 0,-1-2 0,-24 15 0,44-29 0,-1-1 0,1 0 0,-1 1 0,0-1 0,1 0 0,-1 0 0,0 0 0,0 0 0,0-1 0,0 1 0,1 0 0,-1-1 0,0 0 0,0 1 0,0-1 0,0 0 0,-1 0 0,1 0 0,0 0 0,0 0 0,0 0 0,0-1 0,0 1 0,0-1 0,-3-1 0,3 0 0,0 0 0,1 0 0,-1 0 0,0 0 0,1 0 0,-1-1 0,1 1 0,0-1 0,0 1 0,0-1 0,0 1 0,0-1 0,0 0 0,1 1 0,-1-1 0,1-3 0,-1-15 0,0 0 0,1 0 0,6-34 0,-4 41 0,0 0 0,1 0 0,1 0 0,0 0 0,1 1 0,0-1 0,1 1 0,10-15 0,-11 20 0,1 0 0,0 0 0,1 1 0,0 0 0,0 0 0,0 1 0,1 0 0,0 0 0,0 1 0,1 0 0,-1 0 0,1 1 0,11-4 0,7-1 0,1 2 0,0 2 0,0 0 0,1 2 0,-1 0 0,1 3 0,-1 0 0,46 7 0,23 8 0,105 32 0,-200-47 0,695 233 0,-20 59 0,-543-219 0,-129-71 0,-1 0 0,0-1 0,1 0 0,-1 0 0,1 0 0,-1-1 0,1 1 0,-1-1 0,1 0 0,-1 0 0,1-1 0,-1 0 0,1 1 0,-1-1 0,1-1 0,-1 1 0,0-1 0,6-2 0,10-6 0,-1 0 0,27-20 0,-37 25 0,42-33 0,-2-1 0,-1-3 0,65-73 0,107-159 0,-165 192 0,-39 56 0,1 1 0,1 0 0,30-31 0,-46 54 0,-1 1 0,1 0 0,0 0 0,-1-1 0,1 1 0,0 0 0,0 0 0,0 1 0,0-1 0,0 0 0,0 1 0,0-1 0,0 1 0,0-1 0,0 1 0,0 0 0,0 0 0,0 0 0,0 0 0,1 1 0,-1-1 0,0 0 0,0 1 0,0-1 0,0 1 0,0 0 0,0 0 0,-1 0 0,1 0 0,0 0 0,0 0 0,-1 0 0,1 1 0,0-1 0,-1 0 0,1 1 0,1 3 0,9 7 0,-1 2 0,-1-1 0,16 27 0,-13-18 0,-2-6 0,7 7 0,-2 0 0,-1 1 0,-1 1 0,-1 1 0,-1 0 0,9 29 0,-21-52 0,1-1 0,0 1 0,-1 0 0,0 0 0,1-1 0,-1 1 0,0 0 0,-1-1 0,1 1 0,0 0 0,-1 0 0,0-1 0,1 1 0,-1 0 0,0-1 0,0 1 0,0-1 0,-1 0 0,1 1 0,-1-1 0,1 0 0,-1 0 0,0 1 0,0-1 0,0-1 0,0 1 0,-3 2 0,-3 1 0,-1 0 0,0 0 0,-1-1 0,1 0 0,-1-1 0,-16 4 0,-49 9 0,0-3 0,-114 4 0,-160-13 0,314-4 0,-23-2 0,261-1 0,970-75 0,-766 44 0,-249 25 0,-147 9 0,-1 0 0,0 0 0,0 1 0,15 3 0,-25-4 0,1 0 0,-1 1 0,0-1 0,1 0 0,-1 0 0,1 0 0,-1 0 0,0 0 0,1 1 0,-1-1 0,1 0 0,-1 0 0,0 0 0,1 1 0,-1-1 0,0 0 0,0 1 0,1-1 0,-1 0 0,0 1 0,0-1 0,1 0 0,-1 1 0,0-1 0,0 0 0,0 1 0,1-1 0,-1 1 0,0-1 0,0 1 0,0-1 0,0 0 0,0 1 0,0-1 0,0 1 0,0-1 0,0 0 0,0 2 0,-2 0 0,0 0 0,1 0 0,-1 0 0,0 0 0,0 0 0,0 0 0,-1 0 0,1-1 0,0 1 0,-1-1 0,-2 2 0,-57 28 0,-121 41 0,102-42 0,68-25 0,-1469 570 0,1426-553 0,38-17 0,1 2 0,0 0 0,0 0 0,1 2 0,0 0 0,-18 14 0,34-23 0,0 0 0,0 0 0,-1 0 0,1 0 0,0 0 0,0 0 0,0 0 0,0 0 0,0 0 0,0 1 0,-1-1 0,1 0 0,0 0 0,0 0 0,0 0 0,0 0 0,0 0 0,0 0 0,0 1 0,0-1 0,0 0 0,0 0 0,-1 0 0,1 0 0,0 0 0,0 1 0,0-1 0,0 0 0,0 0 0,0 0 0,0 0 0,0 0 0,0 1 0,0-1 0,0 0 0,0 0 0,0 0 0,1 0 0,-1 1 0,0-1 0,0 0 0,0 0 0,0 0 0,0 0 0,0 0 0,0 0 0,0 1 0,0-1 0,0 0 0,1 0 0,-1 0 0,0 0 0,0 0 0,0 0 0,0 0 0,0 0 0,1 0 0,17 1 0,21-7 0,0-1 0,62-21 0,-47 12 0,1592-331-1966,-1467 322 983,-112 20 340,-66 5 637,-1 0 0,0 0 0,1 0-1,-1 0 1,0 0 0,1 0 0,-1 0 0,0 0 0,1 0 0,-1 0 0,0 0-1,1 0 1,-1 0 0,0 0 0,1 0 0,-1 0 0,0 0 0,1 0-1,-1 0 1,0 0 0,1 1 0,-1-1 0,0 0 0,0 0 0,1 0 0,-1 1-1,0-1 1,0 0 0,1 0 0,-1 1 0,0-1 0,0 0 0,0 0-1,1 1 1,-1-1 0,0 0 0,0 1 0,0-1 0,-24 15-123,-57 13 127,-153 35-1,-734 134 334,-8-33 2149,858-145-2286,-226 30-94,335-50-100,20-5 0,36-10 0,481-102-64,-20 6 845,-502 111-760,0-1 0,0 1 0,0-1-1,-1-1 1,1 1 0,5-4 0,-11 5-21,0 1 0,1 0 0,-1 0 0,0 0 0,0 0 0,0 0 0,0-1-1,0 1 1,0 0 0,0 0 0,0 0 0,0-1 0,0 1 0,0 0 0,0 0 0,0 0 0,0 0-1,0-1 1,0 1 0,0 0 0,0 0 0,0 0 0,0-1 0,0 1 0,0 0 0,0 0 0,0 0-1,0 0 1,0-1 0,0 1 0,-1 0 0,1 0 0,0 0 0,0 0 0,0 0 0,0-1 0,0 1-1,0 0 1,-1 0 0,1 0 0,0 0 0,0 0 0,0 0 0,0 0 0,-1 0 0,1 0 0,0-1-1,0 1 1,0 0 0,-1 0 0,1 0 0,0 0 0,0 0 0,-30-5 2,-70 0-2,-194 17 0,202-6 0,-527 59 0,583-56 0,32-5 0,25-2 0,212-8 0,-179 3 0,227-15 0,2006-146-3527,-2212 158 3527,-20 1 0,82 3 0,-119 6 0,-17-3 0,-1-1 0,0 0 0,0 0 0,0 0 0,0 0 0,0 1 0,0-1 0,0 0 0,1 0 0,-1 0 0,0 0 0,0 1 0,0-1 0,0 0 0,0 0 0,0 0 0,0 1 0,0-1 0,0 0 0,0 0 0,0 0 0,0 1 0,0-1 0,0 0 0,0 0 0,0 0 0,-1 1 0,1-1 0,0 0 0,0 0 0,0 0 0,0 1 0,0-1 0,0 0 0,0 0 0,-1 0 0,1 0 0,0 0 0,0 1 0,0-1 0,0 0 0,-1 0 0,1 0 0,0 0 0,0 0 0,0 0 0,-1 0 0,-17 11 0,0-1 0,0 0 0,-1-2 0,-1 0 0,-37 9 0,0 1 0,-848 246-553,-7-49-946,769-183 1536,25-3 586,91-17-508,27-12-114,1 1 0,-1-1 0,0 1 1,1-1-1,-1 1 0,1-1 0,0 1 0,-1-1 0,1 0 0,-1 1 1,1-1-1,0 0 0,-1 1 0,1-1 0,0 0 0,-1 0 0,1 0 1,0 0-1,-1 1 0,1-1 0,0 0 0,-1 0 0,1 0 1,1-1-1,92 5-30,169-12 29,151-16-164,101-17-573,2811-403 1680,-2924 368-650,-359 67-233,-71 14-62,-272 52 1473,-2-13-1,-420 6 0,224-51-1470,481 1 0,0 0 0,0 2 0,0 0 0,-22 5 0,23 2 0,16-9 0,0 1 0,0-1 0,1 1 0,-1-1 0,0 1 0,1 0 0,-1-1 0,0 0 0,1 1 0,-1-1 0,1 1 0,-1-1 0,1 1 0,-1-1 0,1 0 0,-1 1 0,1-1 0,0 0 0,-1 0 0,1 0 0,-1 1 0,1-1 0,-1 0 0,1 0 0,0 0 0,-1 0 0,1 0 0,0 0 0,-1 0 0,1 0 0,0 0 0,27 4 0,0 0 0,57-1 0,-31-3 0,1502-41-851,-1-98 474,-1419 125 377,-132 13 0,0 0 0,1 1 0,-1-1 0,0 1 0,1 0 0,-1 0 0,0 0 0,1 1 0,4 1 0,-57 16 0,-1526 450 0,1323-396 0,-97 29 0,342-99 23,-1-1 0,1 1-1,0 1 1,0-1 0,0 1-1,-10 7 1,16-10-15,0 0 0,0 0-1,0 1 1,1-1 0,-1 0 0,0 1-1,0-1 1,0 0 0,1 0-1,-1 1 1,0-1 0,0 0 0,0 0-1,1 1 1,-1-1 0,0 0 0,0 0-1,1 0 1,-1 0 0,0 0-1,1 1 1,-1-1 0,0 0 0,1 0-1,-1 0 1,0 0 0,0 0 0,1 0-1,-1 0 1,0 0 0,1 0-1,-1 0 1,0 0 0,1 0 0,-1 0-1,0 0 1,1-1 0,39 2 399,234-24-46,-157 10-354,241-21-171,788-87-2047,200-20-1287,-1259 131 3054,-46 5 306,0 1 0,51 3 0,-81 4 138,-21 4 0,-35 12 4,-58 14 0,48-16 151,-591 175 2374,368-110-1289,132-36-257,136-43-821,1 0 0,0 1 0,1 0 0,-12 7 0,20-11-155,0 0 0,-1 0 1,1 1-1,0-1 0,0 0 1,0 0-1,0 0 0,-1 0 1,1 0-1,0 0 0,0 1 1,0-1-1,0 0 0,0 0 1,0 0-1,-1 0 0,1 1 1,0-1-1,0 0 0,0 0 1,0 0-1,0 1 1,0-1-1,0 0 0,0 0 1,0 0-1,0 1 0,0-1 1,0 0-1,0 0 0,0 0 1,0 1-1,0-1 0,0 0 1,0 0-1,0 0 0,1 1 1,-1-1-1,0 0 0,0 0 1,0 0-1,0 0 0,0 1 1,0-1-1,1 0 0,-1 0 1,0 0-1,0 0 0,0 0 1,0 0-1,1 1 0,-1-1 1,0 0-1,0 0 0,0 0 1,0 0-1,1 0 0,-1 0 1,0 0-1,36 4 420,141-12-362,182-32 1,-188 18-58,96-10-8,-227 24 0,-29 5 0,-14 0 0,-396 0 0,226 7 0,143-4 0,-123-3 0,118-5 0,29-1 0,19-6 0,8 4 0,0 1 0,0 0 0,1 2 0,0 0 0,25-4 0,-1-2 0,3 0 0,342-110 0,-271 81 0,136-71 0,-245 108 0,41-23 0,-51 28 0,1 0 0,-1 0 0,1 0 0,-1 0 0,0 0 0,0-1 0,1 1 0,-1 0 0,0-1 0,0 1 0,0 0 0,0-1 0,-1 1 0,1-1 0,0 0 0,-1 1 0,1-1 0,-1 1 0,1-1 0,-1 0 0,0 0 0,1 1 0,-1-1 0,0 0 0,-1-3 0,0 3 0,0 0 0,0 0 0,-1 0 0,1 0 0,0 1 0,-1-1 0,0 0 0,1 1 0,-1-1 0,0 1 0,0-1 0,0 1 0,0 0 0,0 0 0,0 0 0,0 0 0,0 0 0,-4-1 0,-18-6 0,-1 0 0,-1 2 0,0 0 0,-36-2 0,-114 0 0,105 6 0,-411-1 0,128 2 0,322 0 0,-48-6 0,59-2 0,21 9 0,0 0 0,0-1 0,0 1 0,0 0 0,0-1 0,0 1 0,0-1 0,0 1 0,0 0 0,0-1 0,0 1 0,0 0 0,0-1 0,0 1 0,0-1 0,1 1 0,-1 0 0,0-1 0,0 1 0,0 0 0,0-1 0,1 1 0,-1 0 0,0-1 0,0 1 0,1 0 0,-1 0 0,0-1 0,1 1 0,-1 0 0,0 0 0,1-1 0,-1 1 0,0 0 0,1 0 0,-1 0 0,1 0 0,17-9 0,0 2 0,1 0 0,28-5 0,188-47 0,735-155-991,-208 48 815,-597 126 176,-102 18 0,-63 22 0,1 0 0,-1 0 0,0 0 0,0 0 0,1 0 0,-1 0 0,0 0 0,0 0 0,1 0 0,-1 0 0,0 0 0,0 0 0,1-1 0,-1 1 0,0 0 0,0 0 0,0 0 0,1 0 0,-1 0 0,0-1 0,0 1 0,0 0 0,0 0 0,1 0 0,-1-1 0,0 1 0,0 0 0,0 0 0,0-1 0,0 1 0,0 0 0,0 0 0,0-1 0,0 1 0,0 0 0,0 0 0,0-1 0,0 1 0,0 0 0,0 0 0,0-1 0,0 1 0,0 0 0,0 0 0,0 0 0,0-1 0,0 1 0,0 0 0,0 0 0,-1-1 0,1 1 0,0 0 0,-33-6 0,-50 6 0,-145 19 0,161-12 0,-270 34 0,-2267 345-1530,2206-323 2364,387-63-617,28-6-178,57-15-55,139-37 16,97-24 0,522-132-948,437-118-1228,-1019 260 2305,-222 63 110,-1 0 0,41-21 0,-67 30-231,0 0 0,-1 0 1,1-1-1,-1 1 0,1 0 1,-1 0-1,1-1 0,-1 1 1,1 0-1,-1-1 0,1 1 1,-1-1-1,0 1 0,1-1 0,-1 1 1,0 0-1,1-1 0,-1 1 1,0-1-1,1 0 0,-1 1 1,0-1-1,0 1 0,0-1 1,1 1-1,-1-1 0,0 1 1,0-1-1,0 0 0,0 1 0,0-1 1,-1 0 0,0 0 0,-1 0 0,1 0 0,0 1 0,0-1-1,0 0 1,-1 1 0,1-1 0,0 1 0,-1 0 0,1-1 0,0 1 0,-1 0 0,1 0 0,-3 0 0,-31-1 11,0 1 1,-36 6-1,-205 28-20,-117 27-164,-438 77-1291,-922 141 690,1635-264 1715,106-17-544,33-6-123,338-81-143,-268 69-149,346-77-155,263-51-956,832-184-674,-1348 287 2098,-116 23-260,-68 22-44,0 0 0,0 0 0,0 0 0,0 0 0,-1 0 0,1-1 0,0 1-1,0 0 1,0 0 0,0 0 0,0 0 0,0 0 0,0 0 0,0-1 0,0 1 0,-1 0 0,1 0 0,0 0 0,0 0 0,0-1-1,0 1 1,0 0 0,0 0 0,0 0 0,0 0 0,0 0 0,0-1 0,0 1 0,0 0 0,0 0 0,1 0 0,-1 0 0,0-1 0,0 1-1,0 0 1,0 0 0,0 0 0,0 0 0,0 0 0,0 0 0,0-1 0,0 1 0,1 0 0,-1 0 0,0 0 0,0 0 0,0 0 0,0 0-1,0 0 1,0 0 0,1 0 0,-1 0 0,0-1 0,0 1 0,0 0 0,0 0 0,1 0 0,-1 0 0,0 0 0,0 0 0,-39 0-5,-518 74 4,352-41 166,84-13 179,-1369 188 50,1249-190-410,233-17 16,-1-1 0,0 1 0,1-2 0,-1 1 0,1-1 0,-1-1 0,1 1 0,-1-1 0,-9-4 0,18 5 0,-1 1 0,1-1 0,0 1 0,0-1 0,0 1 0,-1-1 0,1 0 0,0 1 0,0-1 0,0 1 0,0-1 0,0 1 0,0-1 0,0 1 0,0-1 0,0 1 0,0-1 0,1 1 0,-1-1 0,0 1 0,0-1 0,0 1 0,1-1 0,-1 1 0,0-1 0,1 1 0,-1-1 0,0 1 0,1-1 0,-1 1 0,0 0 0,1-1 0,-1 1 0,1 0 0,-1-1 0,1 1 0,-1 0 0,1 0 0,-1-1 0,1 1 0,-1 0 0,2 0 0,61-30 0,203-52 0,171-26-164,569-115-1078,646-160 1097,-1402 312 700,-232 65-502,0-1 0,-1 0 0,26-14-1,-43 21-47,1 0 0,-1-1 0,1 1 0,-1 0 0,1 0 0,-1 0 0,0 0 0,1-1 0,-1 1 0,0 0 0,1 0 0,-1-1 0,0 1 0,1 0 0,-1-1 0,0 1 0,1 0 0,-1-1 0,0 1 0,0 0 0,0-1 0,1 1 0,-1 0 0,0-1 0,0 1 0,0-1 0,0 1 0,0-1 0,0 1 0,0 0 0,0-1 0,0 1 0,0-1 0,0 1 0,0-1 0,0 1 0,0 0 0,0-1 0,0 1 0,0-1 0,0 1 0,-1-1 0,1 1 0,0 0 0,0-1 0,0 1 0,-1 0 0,1-1 0,0 1 0,-1 0 0,1-1 0,0 1 0,-1-1 0,-6-1 75,1 0 0,-1 0 0,0 1 0,0 0 1,0 0-1,0 0 0,-8 1 0,-256 13 903,-208 37-327,-197 38-1312,-147 26-327,-2459 361-2949,2797-403 2949,347-51 603,39-5-386,-119 5 0,206-24 402,40-6 123,148-28 131,149-22 110,119-17 0,2091-384 1344,-2298 410-485,-217 45-613,0 1-1,0-2 1,23-10 0,-43 16-239,0 0 0,0 0 1,1 0-1,-1 0 0,0 0 1,0-1-1,0 1 0,1 0 1,-1 0-1,0 0 0,0 0 1,0 0-1,0 0 0,1 0 1,-1 0-1,0-1 0,0 1 1,0 0-1,0 0 0,0 0 1,1 0-1,-1-1 0,0 1 1,0 0-1,0 0 0,0 0 1,0 0-1,0-1 1,0 1-1,0 0 0,0 0 1,0 0-1,0-1 0,0 1 1,0 0-1,0 0 0,0-1 1,0 1-1,0 0 0,0 0 1,0 0-1,0-1 0,0 1 1,0 0-1,0 0 0,0 0 1,0 0-1,-1-1 0,1 1 1,0 0-1,0 0 0,0 0 1,0 0-1,0 0 0,-1-1 1,1 1-1,0 0 0,0 0 1,0 0-1,0 0 0,-1 0 1,1 0-1,0 0 0,0 0 1,0 0-1,-1-1 0,-32-4 485,-71 2-97,0 5 1,-113 16 0,120-8-252,-377 41 712,-125 24 127,-1133 165 300,-56 7-441,1749-241-842,-73 1 0,106-11 0,14-3 0,47-18 0,217-69 0,233-55-164,193-48-655,330-89-368,1162-330-1558,-1698 470 1762,-180 46 0,-286 92 806,0-1 0,-1-2 0,36-20 0,-60 31 179,-1 0 0,1 0 0,-1 0 0,1 0 0,-1-1 0,1 1 0,-1 0-1,1 0 1,-1-1 0,0 1 0,1 0 0,-1-1 0,0 1 0,1-1 0,-1 1 0,0 0 0,1-1 0,-1 1 0,0-1 0,0 1 0,1-1 0,-1 1 0,0-1 0,0 1 0,0-1-1,0 1 1,0-1 0,0 1 0,0-1 0,0 1 0,0-1 0,0 1 0,0-1 0,0 1 0,0-1 0,0 1 0,0-1 0,0 1 0,-1 0 0,1-2 0,-3 1 15,1 0-1,0 0 1,-1-1 0,0 2 0,1-1 0,-1 0 0,1 0 0,-1 1 0,0 0 0,0-1-1,-2 1 1,-43 0 21,0 1-1,-62 11 0,-310 59-37,-206 55-164,-199 51-655,-130 38-164,-52 16 104,61-13 475,144-33 344,195-43 60,464-108 0,-262 68 0,555-135 507,-1 2-31,268-63 507,140-35-150,572-128-661,198-46 1764,-1200 270-1487,-116 28-387,-36 7-53,-380 79-9,333-64 0,-426 104-164,-152 46-606,-1067 265 1037,-471 124 837,2054-521-285,450-123 354,115-31-1298,1729-461-1334,-1855 492 1623,-258 74 245,51-25 1,-97 39-397,-1 0 0,1 0-1,-1 0 1,1 0 0,-1 0 0,0 0 0,1 0 0,-1 0 0,1 0 0,-1 0 0,0 0 0,1-1 0,-1 1 0,1 0 0,-1 0 0,0-1 0,1 1-1,-1 0 1,0 0 0,1-1 0,-1 1 0,0 0 0,1-1 0,-1 1 0,0-1 0,0 1 0,0 0 0,1-1 0,-1 1 0,0-1 0,0 1 0,0 0-1,0-1 1,0 1 0,0-1 0,0 1 0,0-1 0,-25 0 479,-256 56 1072,167-29-1162,-238 53 550,-704 183-1113,-34 9-460,863-222 784,199-43 111,0-2-1,-43 2 0,70-6-244,-1 1 1,1-2 0,-1 1-1,1 0 1,-1 0 0,1 0-1,-1-1 1,1 1 0,-1-1 0,1 1-1,0-1 1,-1 1 0,1-1-1,0 0 1,-2-1 0,3 2-18,0-1 0,-1 1 0,1-1 0,0 1 0,0-1 1,0 0-1,0 1 0,0-1 0,0 1 0,0-1 0,0 0 0,0 1 1,0-1-1,0 0 0,0 1 0,0-1 0,0 1 0,0-1 0,1 1 1,-1-1-1,0 0 0,0 1 0,1-1 0,-1 1 0,0-1 0,1 1 1,-1-1-1,1 1 0,-1 0 0,1-1 0,12-11 47,0 1-1,1 0 1,0 1-1,27-14 1,465-231-13,28 25-144,-420 183 19,200-83-651,220-94-1147,-493 206 1824,40-25 0,-79 43 54,-1-1 0,1 0 0,0 0 0,0 0-1,-1 0 1,1-1 0,-1 1 0,1 0 0,-1-1-1,0 1 1,1-1 0,-1 1 0,0-1 0,0 0 0,0 1-1,0-1 1,0-2 0,-1 3-1,0 1 0,0-1 0,-1 0 1,1 0-1,-1 1 0,1-1 0,0 0 0,-1 1 0,1-1 0,-1 1 0,0-1 1,1 0-1,-1 1 0,1-1 0,-1 1 0,0 0 0,1-1 0,-1 1 0,0-1 1,1 1-1,-1 0 0,0 0 0,0-1 0,0 1 0,1 0 0,-1 0 1,-1 0-1,-15-3-1,0 1 0,0 1 0,-19 2 0,-178 17 1,-657 153-392,21 92-1,720-216 885,-133 68-1,254-110-364,1-1-1,-1 2 1,1-1-1,0 1 0,-9 8 1,17-14-110,-1 1 0,1-1 0,-1 1 0,1-1 1,-1 1-1,1-1 0,0 1 0,-1 0 0,1-1 0,0 1 0,-1 0 1,1-1-1,0 1 0,0 0 0,0-1 0,0 1 0,-1 0 1,1-1-1,0 1 0,0 0 0,0-1 0,1 1 0,-1 0 0,0-1 1,0 1-1,0 0 0,0-1 0,1 2 0,1 0 31,-1-1-1,1 1 0,0-1 1,0 1-1,-1-1 0,1 0 1,0 0-1,0 0 0,0 0 1,0 0-1,0-1 0,1 1 1,-1-1-1,2 1 0,20 4 180,0-2-1,0-1 1,32-1-1,186-13 283,1476-193-1644,-586 58 2188,-1244 174-1053,-809 226-387,481-125 259,231-71 235,-273 85 634,473-139-692,1 0 1,0 0-1,0 1 1,0 0-1,-14 9 1,22-13-50,-1 0 0,1 1 1,0-1-1,0 0 0,0 0 0,0 1 1,-1-1-1,1 0 0,0 0 0,0 1 1,0-1-1,0 0 0,0 0 0,0 1 1,0-1-1,0 0 0,0 0 1,0 1-1,0-1 0,0 0 0,0 1 1,0-1-1,0 0 0,0 0 0,0 1 1,0-1-1,0 0 0,0 0 0,0 1 1,0-1-1,0 0 0,0 0 0,1 1 1,-1-1-1,0 0 0,0 0 1,0 1-1,1-1 0,-1 0 0,0 0 1,0 0-1,0 0 0,1 1 0,-1-1 1,0 0-1,0 0 0,1 0 0,-1 0 1,0 0-1,0 0 0,1 0 0,-1 0 1,0 0-1,1 0 0,-1 0 0,1 0 1,48 5-8,156-20 7,149-28-163,118-28-657,1946-404-3676,-2264 442 4077,86-19-564,-196 41 675,11-1-345,-108 34-267,-157 51 440,-167 57 237,-124 45-419,-74 27 633,-1555 599 2215,2016-756-2161,59-25 294,0 3 1,-73 43-1,125-63-73,10-5 0,37-15 245,160-69 456,150-60-439,142-57-1139,2059-807-369,-2434 965 1264,170-69 1194,-268 103-975,-37 13-364,-59 19 24,-126 47 652,-108 38-73,-1120 343 102,-31-100-790,1454-348-34,-483 74 0,475-74 0,0 0 0,0-1 0,-1 0 0,1-1 0,-21-3 0,32 3 0,0 1 0,1 0 0,-1 0 0,0 0 0,1-1 0,-1 1 0,0 0 0,1-1 0,-1 1 0,1-1 0,-1 1 0,1 0 0,-1-1 0,1 1 0,-1-1 0,1 1 0,-1-1 0,1 0 0,0 1 0,-1-1 0,1 1 0,0-1 0,-1 0 0,1 1 0,0-1 0,0 0 0,0 1 0,0-1 0,0 0 0,-1 0 0,1 1 0,0-1 0,1 0 0,-1 1 0,0-1 0,0 0 0,0 1 0,0-1 0,0 0 0,1 1 0,-1-1 0,0 0 0,1 1 0,-1-1 0,0 1 0,1-1 0,-1 1 0,1-1 0,-1 0 0,1 1 0,-1 0 0,1-1 0,-1 1 0,1-1 0,0 1 0,0-1 0,9-8 0,0 0 0,0 0 0,1 1 0,0 0 0,1 1 0,14-7 0,90-36 0,-74 33 0,619-222 0,11 37 0,-506 157 0,-103 34 109,-63 11-105,0 0 1,-1 0-1,1 0 1,0 0-1,0 1 1,0-1-1,0 0 1,-1 0-1,1 0 1,0 0 0,0 0-1,0 0 1,0 0-1,0 0 1,0 0-1,-1 0 1,1 1-1,0-1 1,0 0-1,0 0 1,0 0-1,0 0 1,0 0-1,0 0 1,0 1-1,-1-1 1,1 0-1,0 0 1,0 0-1,0 0 1,0 1-1,0-1 1,0 0-1,0 0 1,0 0-1,0 0 1,0 0-1,0 1 1,0-1 0,0 0-1,0 0 1,0 0-1,0 0 1,1 1-1,-1-1 1,0 0-1,0 0 1,0 0-1,0 0 1,0 0-1,0 1 1,0-1-1,0 0 1,0 0-1,1 0 1,-1 0-1,0 0 1,0 0-1,0 0 1,0 0-1,0 1 1,1-1-1,-1 0 1,0 0-1,-38 20 567,-565 203 283,440-169-940,-453 146-815,-380 131 775,922-302 126,65-23 0,10-2 0,39-7 0,155-37 0,153-38-164,169-41-655,1053-215-1424,13 68-430,-1234 225 1690,-289 36 492,96 5-1,-148 0 408,0 1-1,0 0 1,0 0-1,0 1 1,0 0-1,-1 0 0,1 1 1,-1-1-1,13 8 1,-18-9 58,-1 0 1,0 1-1,0-1 1,0 0-1,0 0 1,1 0 0,-2 1-1,1-1 1,0 1-1,0-1 1,0 1-1,-1-1 1,1 1-1,0-1 1,-1 1-1,0-1 1,1 1 0,-1 2-1,0-1-15,0 0 1,-1 1-1,1-1 0,-1 0 0,0 1 1,0-1-1,0 0 0,0 0 1,0 0-1,-1 0 0,-2 5 0,-8 8 37,0 0-1,0 0 0,-1-2 0,-29 26 0,-75 52 690,105-83-606,-140 98 837,82-61 101,-126 111-1,193-155-946,0 0 1,1 1-1,-1 0 0,1-1 1,0 1-1,0 0 1,0 0-1,0 1 1,-2 3-1,4-7-59,0 1 0,0-1-1,0 1 1,0-1 0,0 0 0,0 1 0,0-1 0,0 0-1,1 1 1,-1-1 0,0 1 0,0-1 0,0 0-1,0 1 1,1-1 0,-1 0 0,0 1 0,0-1-1,1 0 1,-1 0 0,0 1 0,1-1 0,-1 0-1,0 0 1,0 1 0,1-1 0,-1 0 0,1 0 0,-1 0-1,0 0 1,1 0 0,-1 1 0,0-1 0,1 0-1,-1 0 1,1 0 0,-1 0 0,0 0 0,1 0-1,-1 0 1,1 0 0,-1 0 0,0-1 0,1 1 0,-1 0-1,17-2 180,-1-1 0,0-1 0,17-6 0,-32 10-185,193-66 978,98-43 0,602-224 655,7 30-1584,-790 274-277,-104 29 191,-8 4 15,-25 11 10,-344 145 7,313-138 0,-352 133-163,296-112-7,-1244 459-2082,-15-34-303,1350-461 2551,0 0 0,-36 5 0,55-15 34,13-5 10,54-27 58,198-82-58,187-74-204,129-50-655,2409-928-3741,-2897 1133 4133,-76 29 322,-51 17 168,-368 134 1372,254-88-1068,-334 120 416,-133 41-766,-2777 900-293,3062-1022-707,314-89 830,0-1 0,0-1 0,-1-1 0,1 0 0,-38-1 0,56-2 146,1 0 0,-1 0 0,1 0 0,-1 0 0,1 0 1,-1-1-1,1 1 0,0 0 0,-1 0 0,1 0 0,-1 0 1,1-1-1,-1 1 0,1 0 0,0 0 0,-1-1 0,1 1 1,0 0-1,-1-1 0,1 1 0,0 0 0,-1-1 0,1 1 1,0-1-1,0 1 0,0 0 0,-1-1 0,1 1 0,0-1 0,0 1 1,0-1-1,0 1 0,0-1 0,0 1 0,0-1 0,0 1 1,0-1-1,0 1 0,0 0 0,0-1 0,0 1 0,0-1 1,0 1-1,0-1 0,0 1 0,1-1 0,-1 1 0,0 0 1,1-1-1,2-4-25,0 1 1,1-1 0,0 1-1,0 0 1,0 0 0,9-6-1,44-29-17,84-44-1,227-102 50,126-41 0,1897-706 590,-2229 878 393,-130 48-501,-32 6-475,0 0-1,0 0 1,0 0 0,0 0-1,-1 0 1,1 1-1,0-1 1,0 0-1,0 0 1,0 0 0,0 0-1,0 0 1,-1 0-1,1 0 1,0 1-1,0-1 1,0 0 0,0 0-1,0 0 1,0 0-1,0 0 1,0 1 0,0-1-1,0 0 1,0 0-1,0 0 1,0 0-1,0 1 1,0-1 0,0 0-1,0 0 1,0 0-1,0 0 1,0 1-1,0-1 1,0 0 0,0 0-1,0 0 1,0 0-1,0 0 1,0 1 0,0-1-1,0 0 1,0 0-1,0 0 1,1 0-1,-1 0 1,0 1 0,0-1-1,0 0 1,0 0-1,0 0 1,0 0-1,1 0 1,-1 0 0,0 0-1,0 0 1,0 0-1,0 0 1,0 0 0,1 0-1,-1 0 1,0 0-1,0 0 1,-20 15 223,-1-2 1,-30 14-1,-167 81 680,-600 274 1390,-41 20 315,666-306-1632,175-88-738,1 2-1,0 0 1,-22 17 0,38-27-236,1 1 0,0-1 0,-1 0 1,1 0-1,0 0 0,0 1 0,-1-1 0,1 0 1,0 0-1,0 0 0,0 1 0,-1-1 1,1 0-1,0 0 0,0 1 0,0-1 1,0 0-1,0 1 0,0-1 0,-1 0 1,1 0-1,0 1 0,0-1 0,0 0 1,0 1-1,0-1 0,0 0 0,0 1 1,0-1-1,0 0 0,0 1 0,0-1 0,1 0 1,-1 1-1,0-1 0,0 0 0,0 0 1,0 1-1,0-1 0,1 0 0,-1 0 1,0 1-1,0-1 0,0 0 0,1 0 1,-1 1-1,0-1 0,0 0 0,1 0 1,30 4 329,129-25-180,118-32-159,714-127-963,7 58 663,-750 112 300,-222 10 0,0 1 0,0 1 0,41 9 0,-65-10 4,0 0-1,0 0 1,0 0-1,0 0 1,-1 0-1,1 0 1,0 1-1,-1-1 1,1 1-1,-1 0 1,0 0-1,1 0 1,2 3-1,-4-4 7,-1 0 0,1 1-1,-1-1 1,1 0 0,-1 0 0,0 0-1,1 1 1,-1-1 0,0 0-1,0 0 1,0 1 0,0-1 0,0 0-1,0 0 1,0 1 0,0-1-1,0 0 1,-1 0 0,1 1 0,-1-1-1,1 0 1,-1 2 0,-5 5 59,1-1 1,-1 1-1,0-1 1,-1 0-1,0-1 1,0 1-1,-12 7 1,-31 22 30,-69 37 1,-679 299-555,652-311 155,-585 249 1371,1050-436-1024,566-196-566,13-5 1045,-850 310-527,-104 42 0,-217 94 98,-1070 505-3084,1303-603 2828,-11 5-15,0 2-1,-55 42 1,93-56 173,13-14 0,0 0 0,0 1 0,0-1 0,1 0 0,-1 0 0,0 0 0,0 1 0,0-1 0,0 0 0,0 0 0,1 0 0,-1 0 0,0 1 0,0-1 0,0 0 0,0 0 0,1 0 0,-1 0 0,0 0 0,0 0 0,0 0 0,1 1 0,-1-1 0,0 0 0,0 0 0,1 0 0,-1 0 0,0 0 0,0 0 0,1 0 0,-1 0 0,0 0 0,0 0 0,0 0 0,1 0 0,-1 0 0,0-1 0,0 1 0,1 0 0,-1 0 0,0 0 0,0 0 0,0 0 0,1 0 0,-1 0 0,0-1 0,36-9 0,-1-1 0,0-2 0,39-21 0,-12 5 0,1418-729 983,-1430 731-631,-24 13 51,0-1 1,-1-1 0,31-25-1,-48 29 81,-16 7-48,-3 6-323,-1 0 0,0 1 0,1 0 0,-14 4 0,-802 244-270,468-133-569,-1113 300-3112,1425-406 3615,-54 5 0,99-16 218,0 1 1,1-1-1,-1 0 1,1 0 0,-1 0-1,0 0 1,1 0-1,-1-1 1,1 1-1,-1 0 1,0-1 0,1 1-1,-3-2 1,3 1 4,1 1-1,0-1 1,0 0 0,0 1-1,0-1 1,0 1 0,1-1 0,-1 1-1,0-1 1,0 0 0,0 1 0,0-1-1,1 1 1,-1-1 0,0 1 0,0-1-1,1 1 1,-1-1 0,0 1-1,1 0 1,-1-1 0,1 1 0,-1-1-1,0 1 1,1 0 0,-1-1 0,1 1-1,-1 0 1,1 0 0,-1-1 0,1 1-1,0 0 1,27-17 0,1 1 0,38-14 0,191-76 0,117-42-100,251-95-354,1094-448 408,-1450 566 210,-242 111 40,0-1-1,-2-1 1,29-22 0,-54 37-179,0 1 1,0-1 0,0 0-1,0 0 1,0-1 0,0 1-1,0 0 1,0 0 0,0 0-1,0-1 1,-1 1 0,1 0-1,0-1 1,-1 1 0,1-1-1,-1 1 1,1-3-1,-1 3-12,-1 1-1,1-1 0,-1 0 0,1 0 0,0 1 0,-1-1 0,0 1 0,1-1 0,-1 0 1,1 1-1,-1-1 0,0 1 0,1-1 0,-1 1 0,0 0 0,1-1 0,-1 1 0,0 0 0,0-1 1,1 1-1,-1 0 0,0 0 0,0-1 0,0 1 0,1 0 0,-1 0 0,-1 0 0,-21 0 20,0 1 0,1 1 0,-1 1 0,-24 6 0,-215 53-32,-130 49 0,-1441 526-1598,1546-516 1598,112-35 0,169-83-1,0 1 0,0-1 0,0 1 0,0 1-1,1-1 1,-1 1 0,1 0 0,-7 10-1,11-15 3,1 0 0,0 1-1,0-1 1,0 1 0,0-1-1,0 0 1,0 1 0,-1-1-1,1 1 1,0-1-1,0 0 1,0 1 0,1-1-1,-1 1 1,0-1 0,0 0-1,0 1 1,0-1-1,0 1 1,0-1 0,0 0-1,1 1 1,-1-1 0,0 0-1,0 1 1,1-1-1,-1 0 1,0 1 0,0-1-1,1 0 1,-1 0 0,0 1-1,1-1 1,-1 0-1,0 0 1,1 0 0,-1 1-1,0-1 1,1 0 0,-1 0-1,1 0 1,-1 0-1,0 0 1,2 0 0,3 1 20,1 0 0,0-1-1,-1 0 1,1 0 0,0 0 0,7-2 0,168-39 798,139-44 164,136-39-327,90-23-1196,771-189-247,17 44 317,-1123 255 470,-155 35 0,-55 1 0,-1 1 0,1 0 0,-1 0 0,0 0 0,1 0 0,-1 0 0,1 0 0,-1 0 0,0 0 0,1 0 0,-1 0 0,1 0 0,-1 0 0,0 0 0,1 0 0,-1 1 0,1-1 0,-1 0 0,0 0 0,1 0 0,-1 1 0,0-1 0,1 0 0,-1 0 0,0 1 0,0-1 0,1 0 0,-1 0 0,0 1 0,0-1 0,1 0 0,-1 1 0,0-1 0,0 1 0,0-1 0,1 0 0,-1 1 0,0-1 0,0 0 0,0 1 0,0-1 0,0 1 0,0-1 0,0 0 0,0 1 0,0-1 0,0 1 0,0-1 0,0 0 0,0 1 0,-1-1 0,1 1 0,0-1 0,0 0 0,0 1 0,0-1 0,-1 0 0,1 1 0,-1 0 0,-18 16 0,-1-1 0,-1-1 0,0 0 0,-31 15 0,-847 422-983,461-256 108,-111 34 490,-1736 604 493,1963-732 644,144-54-36,144-45-283,33-3-425,1 0-1,0 0 1,0 0-1,0 0 1,-1 0-1,1-1 1,0 1-1,0 0 1,0 0 0,-1 0-1,1 0 1,0 0-1,0 0 1,0-1-1,0 1 1,-1 0-1,1 0 1,0 0 0,0 0-1,0-1 1,0 1-1,0 0 1,0 0-1,0-1 1,0 1-1,0 0 1,0 0-1,-1 0 1,1-1 0,0 1-1,0 0 1,0 0-1,0 0 1,0-1-1,0 1 1,1 0-1,-1 0 1,0-1-1,0 1 1,0 0 0,0 0-1,0 0 1,0-1-1,0 1 1,0 0-1,0 0 1,1 0-1,-1 0 1,0-1 0,0 1-1,0 0 1,0 0-1,1 0 1,-1 0-1,0 0 1,0-1-1,0 1 1,0 0-1,1 0 1,-1 0 0,0 0-1,0 0 1,1 0-1,18-14 296,1 1 1,34-16-1,150-71 223,112-40-436,101-29-254,1753-611-969,-1966 717 1133,-188 58 0,0 0 0,1 2 0,26-4 0,-43 7 0,0 0 0,0 0 0,0 0 0,1 0 0,-1 0 0,0 0 0,0 0 0,0 0 0,0 0 0,1 0 0,-1 0 0,0 0 0,0 0 0,0 0 0,1 0 0,-1 0 0,0 0 0,0 1 0,0-1 0,0 0 0,1 0 0,-1 0 0,0 0 0,0 0 0,0 0 0,0 0 0,0 0 0,1 1 0,-1-1 0,0 0 0,0 0 0,0 0 0,0 0 0,0 1 0,0-1 0,0 0 0,0 0 0,0 0 0,0 0 0,0 1 0,1-1 0,-1 0 0,0 0 0,0 0 0,0 0 0,0 1 0,0-1 0,-1 0 0,1 0 0,0 0 0,0 1 0,0-1 0,0 0 0,0 0 0,0 0 0,0 0 0,0 1 0,0-1 0,0 0 0,0 0 0,-1 0 0,1 0 0,0 1 0,-21 17 0,-221 125 0,155-96 0,-1624 821-874,1414-734 874,94-38 0,124-53-10,78-39 14,11-4 20,51-18 122,177-67 673,171-69 164,133-50-328,821-299-1403,13 39 235,-1160 402 1141,-159 51-492,-57 10-135,1 1 0,-1 0 0,1 0-1,-1 0 1,1-1 0,-1 1 0,1 0 0,-1 0-1,1 0 1,-1 0 0,1 0 0,0 0 0,-1 0 0,1 0-1,-1 0 1,1 0 0,-1 0 0,1 1 0,-1-1 0,1 0-1,-1 0 1,1 0 0,-1 1 0,0-1 0,1 0-1,-1 1 1,1-1 0,-1 0 0,1 1 0,-1-1 0,0 0-1,1 1 1,-1-1 0,0 1 0,1 0 0,-6 5-2,0 0 0,0 0 0,-1-1 0,1 0 0,-1 0 0,-1 0 0,1-1 0,-10 6 0,-160 101 1,-1629 877-1654,1786-978 1724,43-20-65,21-10-18,1198-456 1979,-1137 441-983,-65 27-125,-43 14-466,-20 10-90,-217 108-188,-1280 482-114,1461-585 0,38-13 0,-1 0 0,0-2 0,0 0 0,-23 2 0,45-8 0,-1 0 0,0 0 0,0 0 0,0 0 0,0 0 0,0 0 0,0 0 0,0 0 0,0 0 0,0 0 0,0 0 0,0 0 0,0-1 0,0 1 0,0 0 0,0 0 0,0 0 0,0 0 0,0 0 0,0 0 0,0 0 0,0 0 0,0 0 0,0 0 0,0 0 0,0-1 0,0 1 0,0 0 0,0 0 0,0 0 0,0 0 0,0 0 0,0 0 0,0 0 0,0 0 0,0 0 0,0 0 0,0 0 0,0-1 0,20-8 0,704-231 0,-477 167 0,89-36 0,-284 87 0,-50 20 0,-7 2 0,-29 9 0,-925 312 0,829-269 0,95-32 0,35-20 0,0 0 0,0-1 0,0 1 0,0 0 0,1 0 0,-1 0 0,0 0 0,0 0 0,0 0 0,0 0 0,1 0 0,-1 0 0,0 0 0,0 0 0,0 1 0,0-1 0,1 0 0,-1 0 0,0 0 0,0 0 0,0 0 0,0 0 0,0 0 0,1 0 0,-1 0 0,0 0 0,0 1 0,0-1 0,0 0 0,0 0 0,0 0 0,0 0 0,1 0 0,-1 1 0,0-1 0,0 0 0,0 0 0,0 0 0,0 0 0,0 1 0,0-1 0,0 0 0,0 0 0,0 0 0,0 0 0,0 1 0,0-1 0,0 0 0,0 0 0,0 0 0,0 0 0,0 1 0,0-1 0,0 0 0,0 0 0,-1 0 0,1 0 0,0 0 0,0 1 0,0-1 0,0 0 0,0 0 0,0 0 0,78-12 0,130-43 0,586-182-412,-7-45-2125,-642 216 1554,-141 65 939,-1-1 0,0 1-1,0 0 1,0-1-1,0 0 1,0 0 0,0 0-1,-1 0 1,1 0-1,-1 0 1,1-1 0,-1 1-1,0-1 1,0 0-1,0 0 1,0 0 0,2-5-1,-4 7 39,-1 1-1,1-1 0,0 0 1,-1 0-1,1 1 1,-1-1-1,1 0 1,-1 1-1,1-1 1,-1 0-1,1 1 0,-1-1 1,0 1-1,1-1 1,-1 1-1,0-1 1,1 1-1,-1-1 0,0 1 1,0 0-1,1-1 1,-1 1-1,0 0 1,0 0-1,-1 0 1,-48-6-7,-19 8 13,-75 13 0,-225 45-164,-144 43-655,-898 236-1377,15 42-523,1392-380 2709,-431 127-1618,430-126 1681,8-2 23,22-5 128,68-19 315,187-57 464,124-34-191,126-31-734,2202-472 451,-2666 607-491,334-45 618,-395 55-624,-1 0 1,0 1 0,1 0-1,0 0 1,-1 0-1,1 0 1,-1 0-1,1 1 1,-1 0 0,0 0-1,1 0 1,5 3-1,-9-3-12,-1-1-1,0 1 1,0-1-1,0 1 1,0-1-1,0 1 1,1-1-1,-1 1 1,0-1-1,0 1 1,0-1-1,0 1 1,0-1-1,0 1 1,0-1-1,-1 1 1,1-1-1,0 1 1,0-1-1,0 0 1,0 1-1,-1-1 1,1 1-1,0-1 1,0 1-1,-1-1 1,1 0-1,0 1 1,-1-1-1,1 0 1,0 1-1,-1-1 1,-29 25-16,-39 14 346,-101 45 0,113-59-7,-548 253 2626,482-219-1966,91-37-491,31-22-468,0 1-1,1-1 0,-1 1 1,0 0-1,1-1 1,-1 1-1,1 0 1,-1-1-1,1 1 1,-1 0-1,1 0 0,-1 0 1,1-1-1,0 1 1,-1 0-1,1 0 1,0 0-1,0 0 0,0 0 1,-1 1-1,2-2 0,-1 1-1,1 0 0,-1 0 1,0-1-1,1 1 0,0 0 1,-1 0-1,1-1 0,-1 1 1,1-1-1,0 1 0,-1-1 1,1 1-1,0-1 0,0 1 1,-1-1-1,1 1 0,0-1 1,0 0-1,0 0 0,1 1 1,40 7 467,132-7 430,109-18-351,1356-177-1517,-1536 175 948,-92 12 0,-29 4 0,-36 5 0,-1 1 0,1 3 0,-83 20 0,45-8 0,-284 59 0,-1511 403-3888,1747-443 3249,103-31 529,35-8 93,7-2 15,57-25 12,1077-333-159,-49 131-658,-728 178 919,378-4 0,-580 57 707,-151 1-668,0 0-1,0 0 1,0 1-1,16 5 1,-24-7-140,-1 0 1,1 0-1,-1 0 1,0 0 0,1 0-1,-1 0 1,0 0-1,1 1 1,-1-1-1,0 0 1,1 0-1,-1 0 1,0 1-1,0-1 1,1 0-1,-1 1 1,0-1 0,0 0-1,1 0 1,-1 1-1,0-1 1,0 0-1,0 1 1,1-1-1,-1 0 1,0 1-1,0-1 1,0 1-1,0-1 1,0 0-1,0 1 1,0-1 0,0 0-1,0 1 1,0-1-1,0 1 1,0-1-1,0 0 1,0 1-1,0-1 1,0 0-1,-1 1 1,-1 1 53,0 0 0,-1 0 1,1 0-1,0 0 0,-1-1 0,0 1 0,1-1 1,-1 0-1,0 0 0,-3 2 0,-43 12 427,-56 10-1,-177 28 401,-139 16-602,-117 14-1036,-2176 255-4170,2628-331 4621,-7 3-523,-114-5 0,182-9 416,25 4 397,-1 0 1,1 0-1,0 0 1,0 0 0,0 0-1,0-1 1,0 1-1,-1 0 1,1 0-1,0 0 1,0 0 0,0 0-1,0-1 1,0 1-1,0 0 1,0 0-1,0 0 1,0 0 0,0-1-1,0 1 1,0 0-1,0 0 1,0 0-1,0-1 1,0 1-1,0 0 1,0 0 0,0 0-1,0 0 1,0-1-1,0 1 1,0 0-1,0 0 1,0 0 0,0 0-1,0-1 1,0 1-1,1 0 1,-1 0-1,0 0 1,0 0 0,0 0-1,0-1 1,0 1-1,0 0 1,1 0-1,-1 0 1,0 0-1,0 0 1,0 0 0,0 0-1,1 0 1,-1 0-1,0 0 1,0-1-1,0 1 1,0 0 0,1 0-1,-1 0 1,0 0-1,0 0 1,1 1-1,20-9-38,0 1 0,31-5 0,166-31 43,132-15 0,144-16-164,109-13-567,2514-298 2521,-2821 362-1716,-267 21-74,-1 2 0,51 4 0,-78-4 0,-1 0 0,0 0 0,1 0 0,-1 0 0,1 0 0,-1 0 0,0 0 0,1 0 0,-1 0 0,1 0 0,-1 0 0,0 0 0,1 0 0,-1 1 0,0-1 0,1 0 0,-1 0 0,1 0 0,-1 1 0,0-1 0,0 0 0,1 0 0,-1 1 0,0-1 0,1 0 0,-1 0 0,0 1 0,0-1 0,0 0 0,1 1 0,-1-1 0,0 1 0,0-1 0,0 0 0,0 1 0,0-1 0,1 0 0,-1 1 0,0-1 0,0 1 0,0-1 0,0 1 0,-23 14 0,-118 28 0,-144 28 0,-126 22 163,-302 63 979,-1690 382 1737,2327-521-2184,74-17-449,9-2 21,40-11 314,1258-264-692,28 116-2534,-1142 151 2579,-184 10 101,66-1 457,-65 3-326,-8 1 19,-35 8 249,-1008 205 260,905-190-315,117-22-305,-787 143 731,0-46 116,789-100-859,-27 4 17,0-2 1,-1-2 0,1-3 0,-48-6 0,90 7-80,0 0 0,0 1 0,0-1 0,0-1 0,1 1 0,-1 0 0,0-1 0,1 0 0,0 0 0,-1 0 0,1 0 0,-5-5 0,7 6 0,0-1 0,0 1 0,0 0 0,0-1 0,1 1 0,-1 0 0,1-1 0,-1 1 0,1-1 0,-1 1 0,1-1 0,0 1 0,0-1 0,-1 1 0,1-1 0,0 1 0,1-1 0,-1 1 0,0-1 0,0 1 0,1-1 0,0-2 0,3-4 0,0 0 0,1 0 0,0 1 0,1-1 0,0 1 0,0 0 0,0 1 0,1-1 0,11-7 0,71-53 350,2 5-1,145-73 1,-99 58-306,-105 59-39,409-244 14,-338 193-20,-2-4 1,100-95-1,-102 65 1,-90 94 0,-1-2 0,-1 1 0,0-1 0,-1 0 0,0 0 0,0 0 0,-1-1 0,4-16 0,-8 24 0,0-1 0,0 0 0,-1 0 0,1 0 0,-1 0 0,0 1 0,-1-1 0,1 0 0,-1 0 0,0 0 0,0 1 0,-1-1 0,1 0 0,-1 1 0,0-1 0,0 1 0,-4-5 0,1 1 0,-1 1 0,0 1 0,0-1 0,0 1 0,-1 0 0,0 0 0,0 1 0,-16-8 0,-2 0 0,0 1 0,-1 2 0,0 0 0,-33-6 0,-123-17 0,-360-7 0,-6 39 0,-299 32 0,-304-1 0,1135-30 0,6 1 0,0-1 0,0-1 0,0 0 0,0 0 0,1 0 0,-1-2 0,-17-5 0,27 8 0,-1 0 0,1 0 0,0 0 0,-1 0 0,1 0 0,-1 0 0,1-1 0,0 1 0,-1 0 0,1 0 0,0-1 0,-1 1 0,1 0 0,0 0 0,0-1 0,-1 1 0,1 0 0,0-1 0,0 1 0,-1 0 0,1-1 0,0 1 0,0 0 0,0-1 0,0 1 0,-1-1 0,1 1 0,0 0 0,0-1 0,0 1 0,0-1 0,0 1 0,0 0 0,0-1 0,0 1 0,0-1 0,0 1 0,0 0 0,1-1 0,-1 1 0,0 0 0,0-1 0,0 1 0,0-1 0,1 1 0,-1 0 0,0-1 0,0 1 0,1-1 0,7-5 0,1 0 0,-1 1 0,1-1 0,0 2 0,1-1 0,-1 1 0,1 1 0,0-1 0,-1 2 0,12-3 0,8-3 0,279-68 0,414-50 0,-690 122 0,51-8 0,99-1 0,-175 13 0,0 0 0,0 0 0,0 1 0,0 0 0,-1 1 0,8 1 0,-13-2 0,-1-1 0,1 0 0,0 1 0,-1-1 0,1 0 0,0 1 0,-1-1 0,1 1 0,0-1 0,-1 1 0,1-1 0,-1 1 0,1-1 0,-1 1 0,1 0 0,-1-1 0,0 1 0,1-1 0,-1 1 0,0 0 0,1 0 0,-1-1 0,0 2 0,0 0 0,0-1 0,-1 1 0,1-1 0,0 1 0,-1-1 0,1 1 0,-1-1 0,0 0 0,1 1 0,-1-1 0,0 0 0,0 0 0,0 1 0,0-1 0,0 0 0,-2 1 0,-9 9 0,0-2 0,-1 0 0,0 0 0,-24 11 0,-92 39 0,-210 66 0,-53-5-164,-1067 191-2293,-30-148 163,886-139 1311,90-35 0,380 0 492,-133-30-1,210 30 246,1-4 1,0-1-1,-56-26 0,94 35 146,1-1 1,0-1-1,0 0 0,1-1 0,0 0 0,1-1 1,0-1-1,1 0 0,1-1 0,-1-1 0,2 0 1,0 0-1,-10-18 0,14 18 3,2 0 0,-1 0 0,2-1 0,0 0 0,1 1 0,0-1 0,1 0 0,1 0 0,0-1 0,1 1 0,1 0 0,0 0 0,1 0 0,1 0 0,7-24 0,4-5-159,2 0 0,2 1 1,2 0-1,2 2 0,50-72 0,165-178-222,-2 33 500,48-52-116,-28-16 1140,-255 326-1042,15-21 389,0 0-1,-2-1 0,0-1 1,17-44-1,-30 65-342,1 1 1,0 0-1,-1-1 0,1 1 1,-1-1-1,1 1 0,-1-1 1,0 1-1,0-1 1,0 1-1,0-1 0,0 0 1,0 1-1,0-1 0,0 1 1,-1-1-1,1 1 0,0-1 1,-1 1-1,0-1 0,1 1 1,-1 0-1,0-1 0,1 1 1,-1 0-1,0-1 0,0 1 1,0 0-1,0 0 0,-1 0 1,0-1-1,-2 0 53,1 1 0,-1 0 0,0 0 0,0 0 0,0 1 0,1-1 0,-1 1-1,0 0 1,0 0 0,0 0 0,0 1 0,-6 1 0,-31 7 373,0 2 0,1 1-1,1 3 1,-64 32 0,-151 97 1077,-168 150 858,338-225-1889,3 3 1,-122 143 0,180-188-522,2 1 1,0 1 0,2 1-1,1 1 1,-13 33-1,28-59-1,1 1 0,0-1 0,0 1 0,1-1 0,-1 1 0,1 0 0,0 0 0,1-1 0,0 1 0,0 0 0,0 0 0,0 0 0,1 0 0,0-1 0,0 1 0,1 0 0,-1-1 0,1 1 0,4 7 0,0-5 0,-1-1 0,1 0 0,0 0 0,1-1 0,0 0 0,0 0 0,0-1 0,1 0 0,-1 0 0,1 0 0,0-1 0,10 4 0,33 11 0,1-3 0,1-1 0,0-3 0,75 8 0,846 73-227,-607-65-529,-219-16 405,458 45-1152,-18 49-509,-558-100 1930,0 1 0,-1 2 0,0 1 0,-1 2 1,0 0-1,-1 2 0,26 17 0,-50-28 82,1-1 0,-1 0 0,0 1 0,0 0 0,0 0 0,0 0 0,-1 0 0,1 0 0,-1 0 0,0 1 0,0 0 0,0-1 0,0 1 0,0 0 0,-1 0 0,0-1 0,0 1 0,0 0 0,1 6 0,-3-5 0,1-1 0,-1 1 0,0 0 0,0-1 0,-1 1 0,1-1 0,-1 0 0,0 1 0,0-1 0,0 0 0,-1 0 0,1 0 0,-1-1 0,-5 6 0,-10 9 0,-1-1 0,0-2 0,-1 0 0,-1 0 0,-28 13 0,-39 18 0,-2-4 0,-147 47 0,-204 33 0,188-64 1475,-327 32-1,567-89-1368,-5 2 193,-1-1 0,0-1 0,0-1 0,0-1 0,-29-5 0,35 0 125,14 0-243,22-7-131,27-3-50,0 2 0,80-10 0,-31 6 0,-22 3-1365,-15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611C4-4AC4-4E86-9BFD-DE90CD3F1641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D94E-4F0A-4991-9099-BB4B33D05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73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4636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47474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1821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4733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01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8072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95625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713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43731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13352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09801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EE8FA-6C47-44FF-8618-9D1635FF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CE6D9B-E647-49E7-9E60-BE83225634E1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28-03-2026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1173-6F66-46E9-A4C7-C4A54B04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87738-9F0F-43CB-810B-1E244A5C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284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0F518-EAA9-441B-89D2-EA992B684F7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92380-B8FE-4AA8-8F2E-8768353711B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264F3-902E-6DC8-584A-F4D12B0DE7A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3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A4D911-7BCC-2E5A-0235-05C22F2A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53830-7F0C-4190-B3F6-D2705AF3CFB9}" type="slidenum">
              <a:rPr kumimoji="0" lang="en-IN" sz="10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Picture 2" descr="A picture containing text, building&#10;&#10;Description automatically generated">
            <a:extLst>
              <a:ext uri="{FF2B5EF4-FFF2-40B4-BE49-F238E27FC236}">
                <a16:creationId xmlns:a16="http://schemas.microsoft.com/office/drawing/2014/main" id="{B299C7FA-3AB7-35A1-B066-BEED22692C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" y="0"/>
            <a:ext cx="12188142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14:cNvPr>
              <p14:cNvContentPartPr/>
              <p14:nvPr/>
            </p14:nvContentPartPr>
            <p14:xfrm>
              <a:off x="240611" y="262931"/>
              <a:ext cx="4586040" cy="128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8E7E0E-3582-7574-6E96-54FDA5EBBC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611" y="199931"/>
                <a:ext cx="4711680" cy="1409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3107981-89E8-BD3E-3A28-29E4039B4AA7}"/>
              </a:ext>
            </a:extLst>
          </p:cNvPr>
          <p:cNvSpPr/>
          <p:nvPr/>
        </p:nvSpPr>
        <p:spPr>
          <a:xfrm>
            <a:off x="6172200" y="152400"/>
            <a:ext cx="5779189" cy="1123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BB2B8-324B-7F32-A7FA-245E218D39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08" y="307025"/>
            <a:ext cx="6018667" cy="700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BF3330-170B-2DFF-58DC-231D418F4399}"/>
              </a:ext>
            </a:extLst>
          </p:cNvPr>
          <p:cNvSpPr txBox="1"/>
          <p:nvPr/>
        </p:nvSpPr>
        <p:spPr>
          <a:xfrm>
            <a:off x="7447216" y="467450"/>
            <a:ext cx="42685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Shaping Future India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7015B-A185-D275-5F7A-FDAB81785920}"/>
              </a:ext>
            </a:extLst>
          </p:cNvPr>
          <p:cNvSpPr txBox="1"/>
          <p:nvPr/>
        </p:nvSpPr>
        <p:spPr>
          <a:xfrm>
            <a:off x="925849" y="1539281"/>
            <a:ext cx="103403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/>
              <a:t>End-Term Examination Project: </a:t>
            </a:r>
            <a:r>
              <a:rPr lang="en-US" sz="2200" dirty="0"/>
              <a:t>Computer Vision using Python</a:t>
            </a:r>
            <a:endParaRPr lang="en-US" sz="2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80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C661F-CE1E-7545-331E-9E3714D8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9E3B-1FAF-9C47-8424-3D080C74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6181"/>
            <a:ext cx="10181735" cy="113388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4A8EF2"/>
                </a:solidFill>
              </a:rPr>
              <a:t>Team 4: Wound Healing Assessment from Smartphone Images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A11CEE-6D26-B660-D814-73E809218949}"/>
              </a:ext>
            </a:extLst>
          </p:cNvPr>
          <p:cNvSpPr txBox="1"/>
          <p:nvPr/>
        </p:nvSpPr>
        <p:spPr>
          <a:xfrm>
            <a:off x="838200" y="2019719"/>
            <a:ext cx="103054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Design a mobile-friendly model that segments chronic wounds, measures area/perimeter, and classifies healing stages from patient-submitted photos. </a:t>
            </a:r>
          </a:p>
          <a:p>
            <a:endParaRPr lang="en-IN" sz="2400" b="1" dirty="0"/>
          </a:p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Desai Ajay (20252001)</a:t>
            </a:r>
          </a:p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Anuj N Soni (20252004)</a:t>
            </a:r>
          </a:p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Antala Raj (20252036)</a:t>
            </a:r>
          </a:p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Vansh Shah (20252050)</a:t>
            </a:r>
          </a:p>
          <a:p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Vishakha Chauhan (20252053)</a:t>
            </a:r>
          </a:p>
          <a:p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Course: PGDM in Artificial Intelligence &amp; Data Science</a:t>
            </a: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Year: 2025-27</a:t>
            </a:r>
          </a:p>
        </p:txBody>
      </p:sp>
    </p:spTree>
    <p:extLst>
      <p:ext uri="{BB962C8B-B14F-4D97-AF65-F5344CB8AC3E}">
        <p14:creationId xmlns:p14="http://schemas.microsoft.com/office/powerpoint/2010/main" val="309177509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2DD2-52CC-A478-A871-132C3EEC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E4EDA-B5CA-1D72-D430-2A8E04AC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11054C-452A-A595-0AAB-09929B8ED7D6}"/>
              </a:ext>
            </a:extLst>
          </p:cNvPr>
          <p:cNvSpPr txBox="1"/>
          <p:nvPr/>
        </p:nvSpPr>
        <p:spPr>
          <a:xfrm>
            <a:off x="838200" y="2019719"/>
            <a:ext cx="103054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Manual measurement is inaccurate and inconsistent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High inter-observer variability (~40%)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Requires clinical expertise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Not scalable for remote healthcare / telemedicine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Deep learning solutions: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Require large </a:t>
            </a:r>
            <a:r>
              <a:rPr lang="en-IN" sz="2400" dirty="0" err="1"/>
              <a:t>labeled</a:t>
            </a:r>
            <a:r>
              <a:rPr lang="en-IN" sz="2400" dirty="0"/>
              <a:t> datasets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Lack interpretability (black-box models)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IN" sz="24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/>
              <a:t>No accurate, automated, and explainable system for wound analysis from smartphone images</a:t>
            </a:r>
          </a:p>
        </p:txBody>
      </p:sp>
    </p:spTree>
    <p:extLst>
      <p:ext uri="{BB962C8B-B14F-4D97-AF65-F5344CB8AC3E}">
        <p14:creationId xmlns:p14="http://schemas.microsoft.com/office/powerpoint/2010/main" val="395787994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2013-06E6-00A7-01FF-01916F04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5A44-36DF-BB0E-66E0-77258C4C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b="1" dirty="0"/>
              <a:t>Proposed Hybrid AI System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661DD2-0899-6706-B877-B5AE0E1822C9}"/>
              </a:ext>
            </a:extLst>
          </p:cNvPr>
          <p:cNvSpPr txBox="1"/>
          <p:nvPr/>
        </p:nvSpPr>
        <p:spPr>
          <a:xfrm>
            <a:off x="838200" y="1916025"/>
            <a:ext cx="1030542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We designed a system that accepts smartphone images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Performs: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Image preprocessing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Wound segmentation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Measurement (area &amp; perimeter)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Healing stage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Core Idea: </a:t>
            </a:r>
            <a:r>
              <a:rPr lang="en-IN" sz="2000" dirty="0"/>
              <a:t>Combines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Computer Vision (OpenCV) + Image Processing (PIL) + Deep Learning (</a:t>
            </a:r>
            <a:r>
              <a:rPr lang="en-IN" sz="2000" dirty="0" err="1"/>
              <a:t>PyTorch</a:t>
            </a:r>
            <a:r>
              <a:rPr lang="en-IN" sz="20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Flexible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Works even without training data (CV mode)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Can upgrade to Deep Learning (trained models)</a:t>
            </a:r>
          </a:p>
        </p:txBody>
      </p:sp>
    </p:spTree>
    <p:extLst>
      <p:ext uri="{BB962C8B-B14F-4D97-AF65-F5344CB8AC3E}">
        <p14:creationId xmlns:p14="http://schemas.microsoft.com/office/powerpoint/2010/main" val="240105218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EAE6-0EA1-FEB8-3394-32D1A301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44B2EE7-E8E2-30DF-42D4-B6299EE91B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2784361"/>
              </p:ext>
            </p:extLst>
          </p:nvPr>
        </p:nvGraphicFramePr>
        <p:xfrm>
          <a:off x="2032000" y="119100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F54C3EA-AF34-2190-0E0E-5579CE3A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b="1" dirty="0"/>
              <a:t>Technology Stack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A05EC-0C96-1B59-77EA-00BB2E212074}"/>
              </a:ext>
            </a:extLst>
          </p:cNvPr>
          <p:cNvSpPr txBox="1"/>
          <p:nvPr/>
        </p:nvSpPr>
        <p:spPr>
          <a:xfrm>
            <a:off x="2116840" y="3327662"/>
            <a:ext cx="2294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87728-9FDD-3862-505A-BF960B66D490}"/>
              </a:ext>
            </a:extLst>
          </p:cNvPr>
          <p:cNvSpPr txBox="1"/>
          <p:nvPr/>
        </p:nvSpPr>
        <p:spPr>
          <a:xfrm>
            <a:off x="4702928" y="3019885"/>
            <a:ext cx="25064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OpenCV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NumPy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PIL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Scikit-image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4E584-28E9-28AE-34ED-356D59B54924}"/>
              </a:ext>
            </a:extLst>
          </p:cNvPr>
          <p:cNvSpPr txBox="1"/>
          <p:nvPr/>
        </p:nvSpPr>
        <p:spPr>
          <a:xfrm>
            <a:off x="7322533" y="2681331"/>
            <a:ext cx="28374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PyTorch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EfficientNet-B0 (classification)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Attention U-Net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DeepLabV3 (segmentation)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886525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00052-CDD4-E8E6-F506-CFADA2847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886C8-EAC1-688F-2478-A2A30C9A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b="1" dirty="0"/>
              <a:t>System Pipeline Overview</a:t>
            </a:r>
            <a:endParaRPr lang="en-IN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5A3F7D-BEC7-94B9-BD41-E9E0C5098172}"/>
              </a:ext>
            </a:extLst>
          </p:cNvPr>
          <p:cNvSpPr txBox="1"/>
          <p:nvPr/>
        </p:nvSpPr>
        <p:spPr>
          <a:xfrm>
            <a:off x="838200" y="1906597"/>
            <a:ext cx="1013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Instead of relying on a black-box Neural Network, our application uses a highly interpretable, Unsupervised Machine Learning and Heuristic Computer Vision approach. This means the algorithm actively calculates biological color logic on the fly. </a:t>
            </a:r>
            <a:endParaRPr lang="en-IN" b="1" dirty="0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23CDFC1B-F8E2-02F8-F066-51706215A855}"/>
              </a:ext>
            </a:extLst>
          </p:cNvPr>
          <p:cNvSpPr/>
          <p:nvPr/>
        </p:nvSpPr>
        <p:spPr>
          <a:xfrm>
            <a:off x="596972" y="3387943"/>
            <a:ext cx="1938466" cy="2815009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84BC288F-CB5A-1A2F-575F-E1E738EF41D2}"/>
              </a:ext>
            </a:extLst>
          </p:cNvPr>
          <p:cNvSpPr/>
          <p:nvPr/>
        </p:nvSpPr>
        <p:spPr>
          <a:xfrm>
            <a:off x="1275858" y="3620691"/>
            <a:ext cx="572729" cy="56300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B79BD86B-A5F8-BE41-0A13-80944530BC6E}"/>
              </a:ext>
            </a:extLst>
          </p:cNvPr>
          <p:cNvSpPr/>
          <p:nvPr/>
        </p:nvSpPr>
        <p:spPr>
          <a:xfrm>
            <a:off x="1275858" y="3620691"/>
            <a:ext cx="572729" cy="56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33682F5E-F060-DEA2-B677-B954C211147D}"/>
              </a:ext>
            </a:extLst>
          </p:cNvPr>
          <p:cNvSpPr/>
          <p:nvPr/>
        </p:nvSpPr>
        <p:spPr>
          <a:xfrm>
            <a:off x="708931" y="4311366"/>
            <a:ext cx="1714548" cy="757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Gaussian Filter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+ Color Space</a:t>
            </a:r>
            <a:endParaRPr lang="en-US" sz="1400" dirty="0">
              <a:latin typeface="+mj-lt"/>
            </a:endParaRP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5516E7BB-DC6A-54C2-733E-F94EB9193897}"/>
              </a:ext>
            </a:extLst>
          </p:cNvPr>
          <p:cNvSpPr/>
          <p:nvPr/>
        </p:nvSpPr>
        <p:spPr>
          <a:xfrm>
            <a:off x="708931" y="4873419"/>
            <a:ext cx="1714548" cy="974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GaussianBlur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HSV + LAB</a:t>
            </a:r>
            <a:endParaRPr lang="en-US" sz="1400" dirty="0">
              <a:latin typeface="+mj-lt"/>
            </a:endParaRPr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F2FC6C20-DE56-3B40-4688-51A7438FF18F}"/>
              </a:ext>
            </a:extLst>
          </p:cNvPr>
          <p:cNvSpPr/>
          <p:nvPr/>
        </p:nvSpPr>
        <p:spPr>
          <a:xfrm>
            <a:off x="2833096" y="3387943"/>
            <a:ext cx="1938466" cy="2815009"/>
          </a:xfrm>
          <a:prstGeom prst="rect">
            <a:avLst/>
          </a:prstGeom>
          <a:solidFill>
            <a:srgbClr val="02A499"/>
          </a:solidFill>
          <a:ln w="12700">
            <a:solidFill>
              <a:srgbClr val="02A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9BF3BAB9-31E9-3BAD-81AA-C40055460C9A}"/>
              </a:ext>
            </a:extLst>
          </p:cNvPr>
          <p:cNvSpPr/>
          <p:nvPr/>
        </p:nvSpPr>
        <p:spPr>
          <a:xfrm>
            <a:off x="3513749" y="3620691"/>
            <a:ext cx="572729" cy="56300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191EED3F-5B81-508B-E230-0D6D8332D2F0}"/>
              </a:ext>
            </a:extLst>
          </p:cNvPr>
          <p:cNvSpPr/>
          <p:nvPr/>
        </p:nvSpPr>
        <p:spPr>
          <a:xfrm>
            <a:off x="3513749" y="3620691"/>
            <a:ext cx="572729" cy="56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2EE6CF37-835B-F3CB-D63C-E7388CFB8BBA}"/>
              </a:ext>
            </a:extLst>
          </p:cNvPr>
          <p:cNvSpPr/>
          <p:nvPr/>
        </p:nvSpPr>
        <p:spPr>
          <a:xfrm>
            <a:off x="2946822" y="4311366"/>
            <a:ext cx="1714548" cy="757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K-Means++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Clustering</a:t>
            </a:r>
            <a:endParaRPr lang="en-US" sz="1400" dirty="0">
              <a:latin typeface="+mj-lt"/>
            </a:endParaRPr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E99C2ED3-8377-D710-AF0C-A4BA41387BD4}"/>
              </a:ext>
            </a:extLst>
          </p:cNvPr>
          <p:cNvSpPr/>
          <p:nvPr/>
        </p:nvSpPr>
        <p:spPr>
          <a:xfrm>
            <a:off x="2946822" y="4873419"/>
            <a:ext cx="1714548" cy="974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cv2.kmeans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k=4 clusters</a:t>
            </a:r>
            <a:endParaRPr lang="en-US" sz="1400" dirty="0">
              <a:latin typeface="+mj-lt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DE8A7C2F-DBBA-D49B-AF0A-DE09B56D1DE6}"/>
              </a:ext>
            </a:extLst>
          </p:cNvPr>
          <p:cNvSpPr/>
          <p:nvPr/>
        </p:nvSpPr>
        <p:spPr>
          <a:xfrm>
            <a:off x="5069220" y="3429000"/>
            <a:ext cx="1938466" cy="281500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4F2739C6-675B-E324-7F48-A784797CD8EE}"/>
              </a:ext>
            </a:extLst>
          </p:cNvPr>
          <p:cNvSpPr/>
          <p:nvPr/>
        </p:nvSpPr>
        <p:spPr>
          <a:xfrm>
            <a:off x="5728727" y="3620691"/>
            <a:ext cx="572729" cy="56300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B9C5715C-C699-5E2A-244C-B4DE065B3A58}"/>
              </a:ext>
            </a:extLst>
          </p:cNvPr>
          <p:cNvSpPr/>
          <p:nvPr/>
        </p:nvSpPr>
        <p:spPr>
          <a:xfrm>
            <a:off x="5728727" y="3620691"/>
            <a:ext cx="572729" cy="56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2D35697B-67D3-E501-1D79-3FD1414F8966}"/>
              </a:ext>
            </a:extLst>
          </p:cNvPr>
          <p:cNvSpPr/>
          <p:nvPr/>
        </p:nvSpPr>
        <p:spPr>
          <a:xfrm>
            <a:off x="5181179" y="4369997"/>
            <a:ext cx="1714548" cy="757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Morphological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Refinement</a:t>
            </a:r>
            <a:endParaRPr lang="en-US" sz="1400" dirty="0">
              <a:latin typeface="+mj-lt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4116376F-92D3-68E7-092C-EA44F62B153C}"/>
              </a:ext>
            </a:extLst>
          </p:cNvPr>
          <p:cNvSpPr/>
          <p:nvPr/>
        </p:nvSpPr>
        <p:spPr>
          <a:xfrm>
            <a:off x="5181179" y="4922172"/>
            <a:ext cx="1714548" cy="974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MORPH_OPEN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MORPH_CLOSE</a:t>
            </a:r>
            <a:endParaRPr lang="en-US" sz="1400" dirty="0">
              <a:latin typeface="+mj-lt"/>
            </a:endParaRPr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0ED6A9C0-2E0C-095F-6E49-45C8CE98DAB3}"/>
              </a:ext>
            </a:extLst>
          </p:cNvPr>
          <p:cNvSpPr/>
          <p:nvPr/>
        </p:nvSpPr>
        <p:spPr>
          <a:xfrm>
            <a:off x="7305344" y="3429000"/>
            <a:ext cx="1938466" cy="2815009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50351F27-0272-538B-6DCF-4351934DBE8C}"/>
              </a:ext>
            </a:extLst>
          </p:cNvPr>
          <p:cNvSpPr/>
          <p:nvPr/>
        </p:nvSpPr>
        <p:spPr>
          <a:xfrm>
            <a:off x="7990123" y="3669444"/>
            <a:ext cx="572729" cy="56300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B71BCAAF-4730-1F76-1D44-0831B2C19786}"/>
              </a:ext>
            </a:extLst>
          </p:cNvPr>
          <p:cNvSpPr/>
          <p:nvPr/>
        </p:nvSpPr>
        <p:spPr>
          <a:xfrm>
            <a:off x="7990123" y="3669444"/>
            <a:ext cx="572729" cy="56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63066498-C8D3-B235-C2D1-8F3BA976281C}"/>
              </a:ext>
            </a:extLst>
          </p:cNvPr>
          <p:cNvSpPr/>
          <p:nvPr/>
        </p:nvSpPr>
        <p:spPr>
          <a:xfrm>
            <a:off x="7423196" y="4360119"/>
            <a:ext cx="1714548" cy="757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Contour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Measurement</a:t>
            </a:r>
            <a:endParaRPr lang="en-US" sz="1400" dirty="0">
              <a:latin typeface="+mj-lt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6A304498-3B11-93C9-03E0-48FA857FC937}"/>
              </a:ext>
            </a:extLst>
          </p:cNvPr>
          <p:cNvSpPr/>
          <p:nvPr/>
        </p:nvSpPr>
        <p:spPr>
          <a:xfrm>
            <a:off x="7423196" y="4922172"/>
            <a:ext cx="1714548" cy="974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findContours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contourArea</a:t>
            </a:r>
            <a:endParaRPr lang="en-US" sz="1400" dirty="0">
              <a:latin typeface="+mj-lt"/>
            </a:endParaRPr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2BC7E552-AF1F-3C38-703B-0E11AB3B9C22}"/>
              </a:ext>
            </a:extLst>
          </p:cNvPr>
          <p:cNvSpPr/>
          <p:nvPr/>
        </p:nvSpPr>
        <p:spPr>
          <a:xfrm>
            <a:off x="9588190" y="3429000"/>
            <a:ext cx="1938466" cy="281500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3DEA8ED8-0B38-3635-F25C-3510CFB2C6AF}"/>
              </a:ext>
            </a:extLst>
          </p:cNvPr>
          <p:cNvSpPr/>
          <p:nvPr/>
        </p:nvSpPr>
        <p:spPr>
          <a:xfrm>
            <a:off x="10276951" y="3669444"/>
            <a:ext cx="572729" cy="56300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F5B17B33-5E83-719A-3291-1D9407737003}"/>
              </a:ext>
            </a:extLst>
          </p:cNvPr>
          <p:cNvSpPr/>
          <p:nvPr/>
        </p:nvSpPr>
        <p:spPr>
          <a:xfrm>
            <a:off x="10276951" y="3669444"/>
            <a:ext cx="572729" cy="563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06AE6ACC-68EC-30CC-5780-946785D9E544}"/>
              </a:ext>
            </a:extLst>
          </p:cNvPr>
          <p:cNvSpPr/>
          <p:nvPr/>
        </p:nvSpPr>
        <p:spPr>
          <a:xfrm>
            <a:off x="9710024" y="4360119"/>
            <a:ext cx="1714548" cy="757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Diagnosis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+ Overlay</a:t>
            </a:r>
            <a:endParaRPr lang="en-US" sz="1400" dirty="0">
              <a:latin typeface="+mj-lt"/>
            </a:endParaRPr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07268216-B8E7-4F2D-A927-D391ECC03189}"/>
              </a:ext>
            </a:extLst>
          </p:cNvPr>
          <p:cNvSpPr/>
          <p:nvPr/>
        </p:nvSpPr>
        <p:spPr>
          <a:xfrm>
            <a:off x="9710024" y="4922172"/>
            <a:ext cx="1714548" cy="974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Heuristic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DEEFF"/>
                </a:solidFill>
                <a:latin typeface="+mj-lt"/>
                <a:ea typeface="Calibri" pitchFamily="34" charset="-122"/>
                <a:cs typeface="Calibri" pitchFamily="34" charset="-120"/>
              </a:rPr>
              <a:t>addWeighted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78974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1409-AD14-E43E-93F9-60306DD6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34C1-941D-04E1-88D6-457DD310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rgbClr val="4A8EF2"/>
                </a:solidFill>
              </a:rPr>
              <a:t>Stage 1: </a:t>
            </a:r>
            <a:r>
              <a:rPr lang="en-US" sz="2800" b="1" dirty="0">
                <a:solidFill>
                  <a:srgbClr val="4A8EF2"/>
                </a:solidFill>
                <a:ea typeface="Arial Black" pitchFamily="34" charset="-122"/>
                <a:cs typeface="Arial Black" pitchFamily="34" charset="-120"/>
              </a:rPr>
              <a:t>GAUSSIAN FILTERING &amp; DUAL COLOR SPACE TRANSFORMATION</a:t>
            </a:r>
            <a:endParaRPr lang="en-IN" sz="2800" dirty="0">
              <a:solidFill>
                <a:srgbClr val="4A8EF2"/>
              </a:solidFill>
            </a:endParaRP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C01E9AAA-1D81-A875-1DC3-EF49707FC90B}"/>
              </a:ext>
            </a:extLst>
          </p:cNvPr>
          <p:cNvSpPr/>
          <p:nvPr/>
        </p:nvSpPr>
        <p:spPr>
          <a:xfrm>
            <a:off x="1348033" y="2144126"/>
            <a:ext cx="4492815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413DBDF7-7ABF-5BFE-1A50-61DB12F5F527}"/>
              </a:ext>
            </a:extLst>
          </p:cNvPr>
          <p:cNvSpPr/>
          <p:nvPr/>
        </p:nvSpPr>
        <p:spPr>
          <a:xfrm>
            <a:off x="1348033" y="1988678"/>
            <a:ext cx="4492815" cy="5029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88DB7026-59E1-B7AC-64E4-53F72A461A1F}"/>
              </a:ext>
            </a:extLst>
          </p:cNvPr>
          <p:cNvSpPr/>
          <p:nvPr/>
        </p:nvSpPr>
        <p:spPr>
          <a:xfrm>
            <a:off x="1339643" y="210606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cv2.</a:t>
            </a: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GaussianBlur</a:t>
            </a:r>
            <a:r>
              <a:rPr lang="en-US" sz="1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 — Noise Reduction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D39E7E15-E89D-7EF4-8565-B486A19A44DE}"/>
              </a:ext>
            </a:extLst>
          </p:cNvPr>
          <p:cNvSpPr/>
          <p:nvPr/>
        </p:nvSpPr>
        <p:spPr>
          <a:xfrm>
            <a:off x="1771768" y="254497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Removes microscopic camera sensor noise</a:t>
            </a:r>
            <a:endParaRPr lang="en-US" sz="12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6AE8A9DD-59C6-E906-3769-7F82DB567BAE}"/>
              </a:ext>
            </a:extLst>
          </p:cNvPr>
          <p:cNvSpPr/>
          <p:nvPr/>
        </p:nvSpPr>
        <p:spPr>
          <a:xfrm>
            <a:off x="1780158" y="279643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Eliminates specular reflections (sweat, exudate)</a:t>
            </a:r>
            <a:endParaRPr lang="en-US" sz="12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08F2522C-64A0-D0ED-14BE-F315BC1B3C5F}"/>
              </a:ext>
            </a:extLst>
          </p:cNvPr>
          <p:cNvSpPr/>
          <p:nvPr/>
        </p:nvSpPr>
        <p:spPr>
          <a:xfrm>
            <a:off x="1771768" y="3166839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Prevents pixel noise being mistaken for wound boundaries</a:t>
            </a:r>
            <a:endParaRPr lang="en-US" sz="12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8815F609-AEBC-D61C-5822-329B2B8A42F8}"/>
              </a:ext>
            </a:extLst>
          </p:cNvPr>
          <p:cNvSpPr/>
          <p:nvPr/>
        </p:nvSpPr>
        <p:spPr>
          <a:xfrm>
            <a:off x="1780158" y="355996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Preserves structural wound edges for contour detection</a:t>
            </a:r>
            <a:endParaRPr lang="en-US" sz="12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D794A110-AF5D-A164-E592-49492C3E65AA}"/>
              </a:ext>
            </a:extLst>
          </p:cNvPr>
          <p:cNvSpPr/>
          <p:nvPr/>
        </p:nvSpPr>
        <p:spPr>
          <a:xfrm>
            <a:off x="5985394" y="2144126"/>
            <a:ext cx="4427454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A4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A3430A29-B54D-F209-ABDC-6540D0D83944}"/>
              </a:ext>
            </a:extLst>
          </p:cNvPr>
          <p:cNvSpPr/>
          <p:nvPr/>
        </p:nvSpPr>
        <p:spPr>
          <a:xfrm>
            <a:off x="5985394" y="1988678"/>
            <a:ext cx="4427454" cy="502920"/>
          </a:xfrm>
          <a:prstGeom prst="rect">
            <a:avLst/>
          </a:prstGeom>
          <a:solidFill>
            <a:srgbClr val="02A499"/>
          </a:solidFill>
          <a:ln w="12700">
            <a:solidFill>
              <a:srgbClr val="02A499"/>
            </a:solidFill>
            <a:prstDash val="solid"/>
          </a:ln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BB737B46-AB0E-C916-CC9A-3AAC5AA60B68}"/>
              </a:ext>
            </a:extLst>
          </p:cNvPr>
          <p:cNvSpPr/>
          <p:nvPr/>
        </p:nvSpPr>
        <p:spPr>
          <a:xfrm>
            <a:off x="5985394" y="2087213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HSV — Skin Isolation</a:t>
            </a:r>
            <a:endParaRPr lang="en-US" sz="1200" dirty="0">
              <a:latin typeface="+mj-lt"/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43D5137D-223C-D46F-AD20-EB9F3010A700}"/>
              </a:ext>
            </a:extLst>
          </p:cNvPr>
          <p:cNvSpPr/>
          <p:nvPr/>
        </p:nvSpPr>
        <p:spPr>
          <a:xfrm>
            <a:off x="6343768" y="256475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+mj-lt"/>
                <a:ea typeface="Calibri" pitchFamily="34" charset="-122"/>
                <a:cs typeface="Calibri" pitchFamily="34" charset="-120"/>
              </a:rPr>
              <a:t>cv2.threshold on Saturation channel</a:t>
            </a:r>
            <a:endParaRPr lang="en-US" sz="1200" dirty="0">
              <a:latin typeface="+mj-lt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51D1E94C-0622-26FE-5328-6A2BBA8B439C}"/>
              </a:ext>
            </a:extLst>
          </p:cNvPr>
          <p:cNvSpPr/>
          <p:nvPr/>
        </p:nvSpPr>
        <p:spPr>
          <a:xfrm>
            <a:off x="6343768" y="283907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• High Saturation = skin/tissue (keep)</a:t>
            </a:r>
            <a:endParaRPr lang="en-US" sz="1200" dirty="0">
              <a:latin typeface="+mj-lt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C4FE7491-E5B2-AFEE-28C1-C5461E933B8C}"/>
              </a:ext>
            </a:extLst>
          </p:cNvPr>
          <p:cNvSpPr/>
          <p:nvPr/>
        </p:nvSpPr>
        <p:spPr>
          <a:xfrm>
            <a:off x="6343768" y="310424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• Low Saturation = white sheets, tables (discard)</a:t>
            </a:r>
            <a:endParaRPr lang="en-US" sz="1200" dirty="0">
              <a:latin typeface="+mj-lt"/>
            </a:endParaRPr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04EE9EB1-57DB-D176-5106-6E722603D0EF}"/>
              </a:ext>
            </a:extLst>
          </p:cNvPr>
          <p:cNvSpPr/>
          <p:nvPr/>
        </p:nvSpPr>
        <p:spPr>
          <a:xfrm>
            <a:off x="6343768" y="342428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499"/>
                </a:solidFill>
                <a:latin typeface="+mj-lt"/>
                <a:ea typeface="Calibri" pitchFamily="34" charset="-122"/>
                <a:cs typeface="Calibri" pitchFamily="34" charset="-120"/>
              </a:rPr>
              <a:t>Result: Isolated hand/limb region only</a:t>
            </a:r>
            <a:endParaRPr lang="en-US" sz="1200" dirty="0">
              <a:latin typeface="+mj-lt"/>
            </a:endParaRPr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B8BD159F-5D25-026B-2AA0-0EDA542EBCEA}"/>
              </a:ext>
            </a:extLst>
          </p:cNvPr>
          <p:cNvSpPr/>
          <p:nvPr/>
        </p:nvSpPr>
        <p:spPr>
          <a:xfrm>
            <a:off x="1339642" y="4201526"/>
            <a:ext cx="9073205" cy="2057400"/>
          </a:xfrm>
          <a:prstGeom prst="rect">
            <a:avLst/>
          </a:prstGeom>
          <a:solidFill>
            <a:srgbClr val="FFF8F0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17">
            <a:extLst>
              <a:ext uri="{FF2B5EF4-FFF2-40B4-BE49-F238E27FC236}">
                <a16:creationId xmlns:a16="http://schemas.microsoft.com/office/drawing/2014/main" id="{09AB8442-57DB-F6B7-FE75-BC64D8979B0C}"/>
              </a:ext>
            </a:extLst>
          </p:cNvPr>
          <p:cNvSpPr/>
          <p:nvPr/>
        </p:nvSpPr>
        <p:spPr>
          <a:xfrm>
            <a:off x="1348032" y="4187810"/>
            <a:ext cx="9064815" cy="3611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A3349861-B4C7-746A-9382-800FFDC929B4}"/>
              </a:ext>
            </a:extLst>
          </p:cNvPr>
          <p:cNvSpPr/>
          <p:nvPr/>
        </p:nvSpPr>
        <p:spPr>
          <a:xfrm>
            <a:off x="1634608" y="4201526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CIELAB Color Space — Biological Tissue Discrimination (The Core Innovation)</a:t>
            </a:r>
            <a:endParaRPr lang="en-US" sz="1200" dirty="0">
              <a:latin typeface="+mj-lt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53B0C0F8-0B07-6722-2B05-708516298789}"/>
              </a:ext>
            </a:extLst>
          </p:cNvPr>
          <p:cNvSpPr/>
          <p:nvPr/>
        </p:nvSpPr>
        <p:spPr>
          <a:xfrm>
            <a:off x="1550542" y="4641874"/>
            <a:ext cx="2851493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D4169688-9A34-D33E-8DFA-F71EAF43BF7F}"/>
              </a:ext>
            </a:extLst>
          </p:cNvPr>
          <p:cNvSpPr/>
          <p:nvPr/>
        </p:nvSpPr>
        <p:spPr>
          <a:xfrm>
            <a:off x="1550543" y="4629600"/>
            <a:ext cx="2851491" cy="323169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FCC2059-3D3F-B693-D570-4A32FC97B8A3}"/>
              </a:ext>
            </a:extLst>
          </p:cNvPr>
          <p:cNvSpPr/>
          <p:nvPr/>
        </p:nvSpPr>
        <p:spPr>
          <a:xfrm>
            <a:off x="1658835" y="464187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L* Channel</a:t>
            </a:r>
            <a:endParaRPr lang="en-US" sz="1200" dirty="0">
              <a:latin typeface="+mj-lt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1F8E30BB-996B-F73F-A3EC-CA534E5FB86F}"/>
              </a:ext>
            </a:extLst>
          </p:cNvPr>
          <p:cNvSpPr/>
          <p:nvPr/>
        </p:nvSpPr>
        <p:spPr>
          <a:xfrm>
            <a:off x="1696128" y="498934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Luminance / Darkness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Dark eschar &amp; necrotic tissue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have low L* values</a:t>
            </a:r>
            <a:endParaRPr lang="en-US" sz="1200" dirty="0">
              <a:latin typeface="+mj-lt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510FA345-A38F-92E9-755F-3C84C3C2789A}"/>
              </a:ext>
            </a:extLst>
          </p:cNvPr>
          <p:cNvSpPr/>
          <p:nvPr/>
        </p:nvSpPr>
        <p:spPr>
          <a:xfrm>
            <a:off x="4458334" y="4641874"/>
            <a:ext cx="285149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310B1C08-21B4-E09A-DD4A-8D7B64954EDF}"/>
              </a:ext>
            </a:extLst>
          </p:cNvPr>
          <p:cNvSpPr/>
          <p:nvPr/>
        </p:nvSpPr>
        <p:spPr>
          <a:xfrm>
            <a:off x="4458335" y="4629600"/>
            <a:ext cx="2851491" cy="323169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1D88C232-57AF-7E11-F214-BC29F403E82C}"/>
              </a:ext>
            </a:extLst>
          </p:cNvPr>
          <p:cNvSpPr/>
          <p:nvPr/>
        </p:nvSpPr>
        <p:spPr>
          <a:xfrm>
            <a:off x="4566627" y="464187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a* Channel</a:t>
            </a:r>
            <a:endParaRPr lang="en-US" sz="1200" dirty="0">
              <a:latin typeface="+mj-lt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1F001ACA-C084-B9D5-F8B4-0A61A76324DC}"/>
              </a:ext>
            </a:extLst>
          </p:cNvPr>
          <p:cNvSpPr/>
          <p:nvPr/>
        </p:nvSpPr>
        <p:spPr>
          <a:xfrm>
            <a:off x="4603920" y="498934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RED ←→ GREEN axis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Direct marker for blood,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inflammation &amp; hemoglobin</a:t>
            </a:r>
            <a:endParaRPr lang="en-US" sz="1200" dirty="0">
              <a:latin typeface="+mj-lt"/>
            </a:endParaRPr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CC9BEE4F-45A1-5921-368E-0392CA502F0D}"/>
              </a:ext>
            </a:extLst>
          </p:cNvPr>
          <p:cNvSpPr/>
          <p:nvPr/>
        </p:nvSpPr>
        <p:spPr>
          <a:xfrm>
            <a:off x="7366125" y="4641874"/>
            <a:ext cx="2851494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935D2D08-620C-25AA-2505-E41B22828463}"/>
              </a:ext>
            </a:extLst>
          </p:cNvPr>
          <p:cNvSpPr/>
          <p:nvPr/>
        </p:nvSpPr>
        <p:spPr>
          <a:xfrm>
            <a:off x="7366127" y="4629600"/>
            <a:ext cx="2851491" cy="32316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332AB772-7FA8-4151-7CC2-3ADCD3BDB0F8}"/>
              </a:ext>
            </a:extLst>
          </p:cNvPr>
          <p:cNvSpPr/>
          <p:nvPr/>
        </p:nvSpPr>
        <p:spPr>
          <a:xfrm>
            <a:off x="7474419" y="464187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b* Channel</a:t>
            </a:r>
            <a:endParaRPr lang="en-US" sz="1200" dirty="0">
              <a:latin typeface="+mj-lt"/>
            </a:endParaRPr>
          </a:p>
        </p:txBody>
      </p:sp>
      <p:sp>
        <p:nvSpPr>
          <p:cNvPr id="56" name="Text 30">
            <a:extLst>
              <a:ext uri="{FF2B5EF4-FFF2-40B4-BE49-F238E27FC236}">
                <a16:creationId xmlns:a16="http://schemas.microsoft.com/office/drawing/2014/main" id="{5C90229A-D6EA-B16D-65C4-B0BE66D89334}"/>
              </a:ext>
            </a:extLst>
          </p:cNvPr>
          <p:cNvSpPr/>
          <p:nvPr/>
        </p:nvSpPr>
        <p:spPr>
          <a:xfrm>
            <a:off x="7511712" y="4989346"/>
            <a:ext cx="2560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YELLOW ←→ BLUE axis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Identifies fibrin slough</a:t>
            </a:r>
            <a:endParaRPr lang="en-US" sz="1200" dirty="0">
              <a:latin typeface="+mj-lt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and necrotic tissue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347271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A189-397E-E414-2264-B4685EB8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C0D82-5D0C-5BCA-9D2E-9594226E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4A8EF2"/>
                </a:solidFill>
              </a:rPr>
              <a:t>Stage 2: </a:t>
            </a:r>
            <a:r>
              <a:rPr lang="en-US" sz="3600" b="1" dirty="0">
                <a:solidFill>
                  <a:srgbClr val="4A8EF2"/>
                </a:solidFill>
                <a:ea typeface="Arial Black" pitchFamily="34" charset="-122"/>
                <a:cs typeface="Arial Black" pitchFamily="34" charset="-120"/>
              </a:rPr>
              <a:t>K-MEANS++ UNSUPERVISED CLUSTERING</a:t>
            </a:r>
            <a:endParaRPr lang="en-IN" sz="3600" dirty="0">
              <a:solidFill>
                <a:srgbClr val="4A8EF2"/>
              </a:solidFill>
            </a:endParaRPr>
          </a:p>
        </p:txBody>
      </p:sp>
      <p:sp>
        <p:nvSpPr>
          <p:cNvPr id="3" name="Shape 19">
            <a:extLst>
              <a:ext uri="{FF2B5EF4-FFF2-40B4-BE49-F238E27FC236}">
                <a16:creationId xmlns:a16="http://schemas.microsoft.com/office/drawing/2014/main" id="{899586B0-E4E6-43D9-FBB4-F0492A891BF9}"/>
              </a:ext>
            </a:extLst>
          </p:cNvPr>
          <p:cNvSpPr/>
          <p:nvPr/>
        </p:nvSpPr>
        <p:spPr>
          <a:xfrm>
            <a:off x="838199" y="2260167"/>
            <a:ext cx="3563835" cy="201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30363BF4-47AE-62E1-ADD3-0EA0D8B28209}"/>
              </a:ext>
            </a:extLst>
          </p:cNvPr>
          <p:cNvSpPr/>
          <p:nvPr/>
        </p:nvSpPr>
        <p:spPr>
          <a:xfrm>
            <a:off x="838200" y="2058319"/>
            <a:ext cx="3563834" cy="512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21">
            <a:extLst>
              <a:ext uri="{FF2B5EF4-FFF2-40B4-BE49-F238E27FC236}">
                <a16:creationId xmlns:a16="http://schemas.microsoft.com/office/drawing/2014/main" id="{59075F88-D3D3-90AA-52AC-8F04DD2EF6A2}"/>
              </a:ext>
            </a:extLst>
          </p:cNvPr>
          <p:cNvSpPr/>
          <p:nvPr/>
        </p:nvSpPr>
        <p:spPr>
          <a:xfrm>
            <a:off x="979717" y="2187924"/>
            <a:ext cx="328079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The Algorithm</a:t>
            </a:r>
            <a:endParaRPr lang="en-US" sz="1600" dirty="0">
              <a:latin typeface="+mj-lt"/>
            </a:endParaRPr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9C6F44D6-00B4-4F22-99A9-52C43652384E}"/>
              </a:ext>
            </a:extLst>
          </p:cNvPr>
          <p:cNvSpPr/>
          <p:nvPr/>
        </p:nvSpPr>
        <p:spPr>
          <a:xfrm>
            <a:off x="1123861" y="2880406"/>
            <a:ext cx="306207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Inside the isolated hand area, the app runs *cv2.kmeans* (specifically using the highly stabilized KMEANS_PP_CENTERS initialization). </a:t>
            </a:r>
            <a:endParaRPr lang="en-US" sz="1400" dirty="0"/>
          </a:p>
        </p:txBody>
      </p:sp>
      <p:sp>
        <p:nvSpPr>
          <p:cNvPr id="7" name="Shape 23">
            <a:extLst>
              <a:ext uri="{FF2B5EF4-FFF2-40B4-BE49-F238E27FC236}">
                <a16:creationId xmlns:a16="http://schemas.microsoft.com/office/drawing/2014/main" id="{86B8653F-C5FF-50A4-2F6A-E9D1C4CD5751}"/>
              </a:ext>
            </a:extLst>
          </p:cNvPr>
          <p:cNvSpPr/>
          <p:nvPr/>
        </p:nvSpPr>
        <p:spPr>
          <a:xfrm>
            <a:off x="6866264" y="2260167"/>
            <a:ext cx="3563836" cy="201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24">
            <a:extLst>
              <a:ext uri="{FF2B5EF4-FFF2-40B4-BE49-F238E27FC236}">
                <a16:creationId xmlns:a16="http://schemas.microsoft.com/office/drawing/2014/main" id="{CE5CDBE2-C04A-71C0-B419-DC84C5615BFF}"/>
              </a:ext>
            </a:extLst>
          </p:cNvPr>
          <p:cNvSpPr/>
          <p:nvPr/>
        </p:nvSpPr>
        <p:spPr>
          <a:xfrm>
            <a:off x="6866265" y="2058319"/>
            <a:ext cx="3563834" cy="512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E11D6FE3-CFC6-5674-A3BB-48550ECFCC41}"/>
              </a:ext>
            </a:extLst>
          </p:cNvPr>
          <p:cNvSpPr/>
          <p:nvPr/>
        </p:nvSpPr>
        <p:spPr>
          <a:xfrm>
            <a:off x="7050767" y="2187924"/>
            <a:ext cx="31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Clustering</a:t>
            </a:r>
            <a:endParaRPr lang="en-US" sz="1600" dirty="0">
              <a:latin typeface="+mj-lt"/>
            </a:endParaRPr>
          </a:p>
        </p:txBody>
      </p:sp>
      <p:sp>
        <p:nvSpPr>
          <p:cNvPr id="10" name="Text 26">
            <a:extLst>
              <a:ext uri="{FF2B5EF4-FFF2-40B4-BE49-F238E27FC236}">
                <a16:creationId xmlns:a16="http://schemas.microsoft.com/office/drawing/2014/main" id="{77B256C6-8868-3BB0-C56A-2A081A017DAD}"/>
              </a:ext>
            </a:extLst>
          </p:cNvPr>
          <p:cNvSpPr/>
          <p:nvPr/>
        </p:nvSpPr>
        <p:spPr>
          <a:xfrm>
            <a:off x="7155541" y="2797201"/>
            <a:ext cx="2933653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It forces all the pixels in the skin area to mathematically group themselves into exactly 4 dominant color families (Clusters).</a:t>
            </a:r>
            <a:endParaRPr lang="en-US" sz="1400" dirty="0"/>
          </a:p>
        </p:txBody>
      </p:sp>
      <p:sp>
        <p:nvSpPr>
          <p:cNvPr id="12" name="Shape 27">
            <a:extLst>
              <a:ext uri="{FF2B5EF4-FFF2-40B4-BE49-F238E27FC236}">
                <a16:creationId xmlns:a16="http://schemas.microsoft.com/office/drawing/2014/main" id="{50C6A3DA-60A5-D82A-6DEC-27CC5E5047B6}"/>
              </a:ext>
            </a:extLst>
          </p:cNvPr>
          <p:cNvSpPr/>
          <p:nvPr/>
        </p:nvSpPr>
        <p:spPr>
          <a:xfrm>
            <a:off x="3844595" y="4677313"/>
            <a:ext cx="3563836" cy="201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2A87895B-8B9E-58DE-5B98-8C40DFCB3A2F}"/>
              </a:ext>
            </a:extLst>
          </p:cNvPr>
          <p:cNvSpPr/>
          <p:nvPr/>
        </p:nvSpPr>
        <p:spPr>
          <a:xfrm>
            <a:off x="3844597" y="4475465"/>
            <a:ext cx="3563834" cy="512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29">
            <a:extLst>
              <a:ext uri="{FF2B5EF4-FFF2-40B4-BE49-F238E27FC236}">
                <a16:creationId xmlns:a16="http://schemas.microsoft.com/office/drawing/2014/main" id="{9BE1ABF3-CCCE-083B-3D5E-38706D46EE10}"/>
              </a:ext>
            </a:extLst>
          </p:cNvPr>
          <p:cNvSpPr/>
          <p:nvPr/>
        </p:nvSpPr>
        <p:spPr>
          <a:xfrm>
            <a:off x="3990444" y="4612859"/>
            <a:ext cx="327213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Biological Anomaly Detection</a:t>
            </a:r>
            <a:endParaRPr lang="en-US" sz="1600" dirty="0">
              <a:latin typeface="+mj-lt"/>
            </a:endParaRPr>
          </a:p>
        </p:txBody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48AE2B15-DB92-F463-66C0-B638F3B6CE06}"/>
              </a:ext>
            </a:extLst>
          </p:cNvPr>
          <p:cNvSpPr/>
          <p:nvPr/>
        </p:nvSpPr>
        <p:spPr>
          <a:xfrm>
            <a:off x="3779157" y="5284223"/>
            <a:ext cx="3694711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 Once the 4 clusters are generated, the app evaluates them using a custom biological scoring formula. It actively searches for the cluster that is the most intensely *Red* (high 'a') and the *Darkest* (low 'l'). It definitively labels the winning cluster as the "Wound Mask".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6634074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5D068-7313-B0A7-6AB5-1E21D235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B71A-36A6-07A5-71ED-0DB6642A8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4A8EF2"/>
                </a:solidFill>
              </a:rPr>
              <a:t>Stage 3: </a:t>
            </a:r>
            <a:r>
              <a:rPr lang="en-US" sz="3600" b="1" dirty="0">
                <a:solidFill>
                  <a:srgbClr val="4A8EF2"/>
                </a:solidFill>
                <a:ea typeface="Arial Black" pitchFamily="34" charset="-122"/>
                <a:cs typeface="Arial Black" pitchFamily="34" charset="-120"/>
              </a:rPr>
              <a:t>MORPHOLOGICAL REFINEMENT</a:t>
            </a:r>
            <a:r>
              <a:rPr lang="en-IN" sz="3600" b="1" dirty="0">
                <a:solidFill>
                  <a:srgbClr val="4A8EF2"/>
                </a:solidFill>
              </a:rPr>
              <a:t> </a:t>
            </a:r>
            <a:endParaRPr lang="en-IN" sz="3600" dirty="0">
              <a:solidFill>
                <a:srgbClr val="4A8EF2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25621CEC-1A42-5DEA-8C86-F621F0BA8818}"/>
              </a:ext>
            </a:extLst>
          </p:cNvPr>
          <p:cNvSpPr/>
          <p:nvPr/>
        </p:nvSpPr>
        <p:spPr>
          <a:xfrm>
            <a:off x="838201" y="2295003"/>
            <a:ext cx="5345940" cy="2672970"/>
          </a:xfrm>
          <a:prstGeom prst="rect">
            <a:avLst/>
          </a:prstGeom>
          <a:solidFill>
            <a:srgbClr val="F0F4F8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DF27B7C-F492-63F5-D517-159F375E7900}"/>
              </a:ext>
            </a:extLst>
          </p:cNvPr>
          <p:cNvSpPr/>
          <p:nvPr/>
        </p:nvSpPr>
        <p:spPr>
          <a:xfrm>
            <a:off x="838200" y="2295002"/>
            <a:ext cx="5345941" cy="45143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D54F188-6D75-A6AC-6F1E-63C1CAE146D6}"/>
              </a:ext>
            </a:extLst>
          </p:cNvPr>
          <p:cNvSpPr/>
          <p:nvPr/>
        </p:nvSpPr>
        <p:spPr>
          <a:xfrm>
            <a:off x="838200" y="2295002"/>
            <a:ext cx="5345941" cy="451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MORPH_OPEN — Noise Scrubbing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9F33D91-5A18-F656-BB78-A5C3D670BD24}"/>
              </a:ext>
            </a:extLst>
          </p:cNvPr>
          <p:cNvSpPr/>
          <p:nvPr/>
        </p:nvSpPr>
        <p:spPr>
          <a:xfrm>
            <a:off x="1106456" y="2877218"/>
            <a:ext cx="4989544" cy="356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C3AED"/>
                </a:solidFill>
                <a:ea typeface="Calibri" pitchFamily="34" charset="-122"/>
                <a:cs typeface="Calibri" pitchFamily="34" charset="-120"/>
              </a:rPr>
              <a:t>Operation: Erosion → Dilation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3833CFE2-B68E-F15D-EDC8-56594A3BA537}"/>
              </a:ext>
            </a:extLst>
          </p:cNvPr>
          <p:cNvSpPr/>
          <p:nvPr/>
        </p:nvSpPr>
        <p:spPr>
          <a:xfrm>
            <a:off x="1106456" y="3284865"/>
            <a:ext cx="4989544" cy="356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Removes red freckles and moles on healthy skin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6E03307-012D-4612-0250-AA5C0AE3BA95}"/>
              </a:ext>
            </a:extLst>
          </p:cNvPr>
          <p:cNvSpPr/>
          <p:nvPr/>
        </p:nvSpPr>
        <p:spPr>
          <a:xfrm>
            <a:off x="1106456" y="3586617"/>
            <a:ext cx="4989544" cy="356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Eliminates blood vessel artifacts at periphery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28F6859-6A6F-62FF-A5B4-9D2221370EEB}"/>
              </a:ext>
            </a:extLst>
          </p:cNvPr>
          <p:cNvSpPr/>
          <p:nvPr/>
        </p:nvSpPr>
        <p:spPr>
          <a:xfrm>
            <a:off x="1106456" y="3888369"/>
            <a:ext cx="4989544" cy="356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Clears single-pixel misclassification noise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8552BED-95BB-1AE9-51E5-E59264DC5AF0}"/>
              </a:ext>
            </a:extLst>
          </p:cNvPr>
          <p:cNvSpPr/>
          <p:nvPr/>
        </p:nvSpPr>
        <p:spPr>
          <a:xfrm>
            <a:off x="1106456" y="4190121"/>
            <a:ext cx="4989544" cy="356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• Structures smaller than kernel are fully erased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A929D43-D9AE-C6C6-0DAF-1CB3180CA193}"/>
              </a:ext>
            </a:extLst>
          </p:cNvPr>
          <p:cNvSpPr/>
          <p:nvPr/>
        </p:nvSpPr>
        <p:spPr>
          <a:xfrm>
            <a:off x="6282813" y="2432480"/>
            <a:ext cx="5070986" cy="2535493"/>
          </a:xfrm>
          <a:prstGeom prst="rect">
            <a:avLst/>
          </a:prstGeom>
          <a:solidFill>
            <a:srgbClr val="F0F4F8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4B9B6D8-2B16-D652-9AF6-CA1423276556}"/>
              </a:ext>
            </a:extLst>
          </p:cNvPr>
          <p:cNvSpPr/>
          <p:nvPr/>
        </p:nvSpPr>
        <p:spPr>
          <a:xfrm>
            <a:off x="6282807" y="2277088"/>
            <a:ext cx="5070992" cy="42821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BDB900-3A1F-EA93-EC6F-3A985C56A2EC}"/>
              </a:ext>
            </a:extLst>
          </p:cNvPr>
          <p:cNvSpPr/>
          <p:nvPr/>
        </p:nvSpPr>
        <p:spPr>
          <a:xfrm>
            <a:off x="6282807" y="2277088"/>
            <a:ext cx="5070992" cy="428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MORPH_CLOSE — Gap Filling</a:t>
            </a:r>
            <a:endParaRPr lang="en-US" dirty="0">
              <a:latin typeface="+mj-lt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0165C8-6C30-619E-CA74-872C5CBF63B9}"/>
              </a:ext>
            </a:extLst>
          </p:cNvPr>
          <p:cNvSpPr/>
          <p:nvPr/>
        </p:nvSpPr>
        <p:spPr>
          <a:xfrm>
            <a:off x="6483721" y="2895548"/>
            <a:ext cx="4732918" cy="33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+mj-lt"/>
                <a:ea typeface="Calibri" pitchFamily="34" charset="-122"/>
                <a:cs typeface="Calibri" pitchFamily="34" charset="-120"/>
              </a:rPr>
              <a:t>Operation: Dilation → Erosion</a:t>
            </a:r>
            <a:endParaRPr lang="en-US" dirty="0">
              <a:latin typeface="+mj-l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7AFCDA-97B9-387B-253C-39527D8A5967}"/>
              </a:ext>
            </a:extLst>
          </p:cNvPr>
          <p:cNvSpPr/>
          <p:nvPr/>
        </p:nvSpPr>
        <p:spPr>
          <a:xfrm>
            <a:off x="6483721" y="3284865"/>
            <a:ext cx="4732918" cy="33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• Fills holes from reflective wound exudate</a:t>
            </a:r>
            <a:endParaRPr lang="en-US" sz="1400" dirty="0">
              <a:latin typeface="+mj-lt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52EAC18-3D79-4261-0871-E377465E5095}"/>
              </a:ext>
            </a:extLst>
          </p:cNvPr>
          <p:cNvSpPr/>
          <p:nvPr/>
        </p:nvSpPr>
        <p:spPr>
          <a:xfrm>
            <a:off x="6483721" y="3586617"/>
            <a:ext cx="4732918" cy="33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• Bridges scar tissue gaps inside wound bed</a:t>
            </a:r>
            <a:endParaRPr lang="en-US" sz="1400" dirty="0">
              <a:latin typeface="+mj-lt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AEA60B3-D773-0887-D7D0-2468B6F7E58B}"/>
              </a:ext>
            </a:extLst>
          </p:cNvPr>
          <p:cNvSpPr/>
          <p:nvPr/>
        </p:nvSpPr>
        <p:spPr>
          <a:xfrm>
            <a:off x="6483721" y="3888369"/>
            <a:ext cx="4732918" cy="33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• Creates one contiguous medically valid mask</a:t>
            </a:r>
            <a:endParaRPr lang="en-US" sz="1400" dirty="0">
              <a:latin typeface="+mj-lt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4A240FA-F4D9-A0AC-66D1-C8817039D2D1}"/>
              </a:ext>
            </a:extLst>
          </p:cNvPr>
          <p:cNvSpPr/>
          <p:nvPr/>
        </p:nvSpPr>
        <p:spPr>
          <a:xfrm>
            <a:off x="6483721" y="4190121"/>
            <a:ext cx="4732918" cy="33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• Holes smaller than kernel are completely filled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460851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A7B52-3D4B-3097-7C5C-60830552A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27F5-136E-C629-42A3-F149C85E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/>
          </a:bodyPr>
          <a:lstStyle/>
          <a:p>
            <a:r>
              <a:rPr lang="en-IN" sz="3600" b="1" dirty="0"/>
              <a:t>Stage 4: GEOMETRIC CONTOUR EXTRACTION </a:t>
            </a:r>
            <a:endParaRPr lang="en-IN" sz="3600" dirty="0"/>
          </a:p>
        </p:txBody>
      </p:sp>
      <p:sp>
        <p:nvSpPr>
          <p:cNvPr id="3" name="Shape 21">
            <a:extLst>
              <a:ext uri="{FF2B5EF4-FFF2-40B4-BE49-F238E27FC236}">
                <a16:creationId xmlns:a16="http://schemas.microsoft.com/office/drawing/2014/main" id="{0ABDDD07-4889-E046-DC21-D1D4F2729A99}"/>
              </a:ext>
            </a:extLst>
          </p:cNvPr>
          <p:cNvSpPr/>
          <p:nvPr/>
        </p:nvSpPr>
        <p:spPr>
          <a:xfrm>
            <a:off x="1602843" y="1994773"/>
            <a:ext cx="4074792" cy="2254515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2">
            <a:extLst>
              <a:ext uri="{FF2B5EF4-FFF2-40B4-BE49-F238E27FC236}">
                <a16:creationId xmlns:a16="http://schemas.microsoft.com/office/drawing/2014/main" id="{7237E426-3845-B676-A995-D4431A4053CC}"/>
              </a:ext>
            </a:extLst>
          </p:cNvPr>
          <p:cNvSpPr/>
          <p:nvPr/>
        </p:nvSpPr>
        <p:spPr>
          <a:xfrm>
            <a:off x="1648563" y="2022206"/>
            <a:ext cx="3889576" cy="703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A34A"/>
                </a:solidFill>
                <a:latin typeface="+mj-lt"/>
                <a:ea typeface="Arial" pitchFamily="34" charset="-122"/>
                <a:cs typeface="Arial" pitchFamily="34" charset="-120"/>
              </a:rPr>
              <a:t>cv2.findContours</a:t>
            </a:r>
            <a:endParaRPr lang="en-US" dirty="0">
              <a:latin typeface="+mj-lt"/>
            </a:endParaRPr>
          </a:p>
        </p:txBody>
      </p:sp>
      <p:sp>
        <p:nvSpPr>
          <p:cNvPr id="5" name="Text 23">
            <a:extLst>
              <a:ext uri="{FF2B5EF4-FFF2-40B4-BE49-F238E27FC236}">
                <a16:creationId xmlns:a16="http://schemas.microsoft.com/office/drawing/2014/main" id="{9E334E0C-85B7-FEE9-86A8-E78AC1F90D24}"/>
              </a:ext>
            </a:extLst>
          </p:cNvPr>
          <p:cNvSpPr/>
          <p:nvPr/>
        </p:nvSpPr>
        <p:spPr>
          <a:xfrm>
            <a:off x="1648563" y="2397110"/>
            <a:ext cx="3889574" cy="1852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Traces exact outer wound boundary using RETR_EXTERNAL mode. Returns microscopic contour point array.</a:t>
            </a:r>
            <a:endParaRPr lang="en-US" sz="1600" dirty="0">
              <a:latin typeface="+mj-lt"/>
            </a:endParaRPr>
          </a:p>
        </p:txBody>
      </p:sp>
      <p:sp>
        <p:nvSpPr>
          <p:cNvPr id="6" name="Shape 24">
            <a:extLst>
              <a:ext uri="{FF2B5EF4-FFF2-40B4-BE49-F238E27FC236}">
                <a16:creationId xmlns:a16="http://schemas.microsoft.com/office/drawing/2014/main" id="{86674948-B4AD-B5A0-63A2-373D7071A83D}"/>
              </a:ext>
            </a:extLst>
          </p:cNvPr>
          <p:cNvSpPr/>
          <p:nvPr/>
        </p:nvSpPr>
        <p:spPr>
          <a:xfrm>
            <a:off x="6346094" y="2011598"/>
            <a:ext cx="4074792" cy="22848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DFD08D34-22E2-405A-5293-82333F6B0518}"/>
              </a:ext>
            </a:extLst>
          </p:cNvPr>
          <p:cNvSpPr/>
          <p:nvPr/>
        </p:nvSpPr>
        <p:spPr>
          <a:xfrm>
            <a:off x="6391816" y="2049638"/>
            <a:ext cx="3889576" cy="703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A34A"/>
                </a:solidFill>
                <a:latin typeface="+mj-lt"/>
                <a:ea typeface="Arial" pitchFamily="34" charset="-122"/>
                <a:cs typeface="Arial" pitchFamily="34" charset="-120"/>
              </a:rPr>
              <a:t>cv2.contourArea</a:t>
            </a:r>
            <a:endParaRPr lang="en-US" dirty="0">
              <a:latin typeface="+mj-lt"/>
            </a:endParaRP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10902996-BE80-2890-B46B-E3A4C2D03646}"/>
              </a:ext>
            </a:extLst>
          </p:cNvPr>
          <p:cNvSpPr/>
          <p:nvPr/>
        </p:nvSpPr>
        <p:spPr>
          <a:xfrm>
            <a:off x="6391816" y="2424542"/>
            <a:ext cx="3889574" cy="1852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Computes pixel count enclosed within contour via Green's theorem on contour coordinates.</a:t>
            </a:r>
            <a:endParaRPr lang="en-US" sz="1600" dirty="0">
              <a:latin typeface="+mj-lt"/>
            </a:endParaRPr>
          </a:p>
        </p:txBody>
      </p:sp>
      <p:sp>
        <p:nvSpPr>
          <p:cNvPr id="9" name="Shape 27">
            <a:extLst>
              <a:ext uri="{FF2B5EF4-FFF2-40B4-BE49-F238E27FC236}">
                <a16:creationId xmlns:a16="http://schemas.microsoft.com/office/drawing/2014/main" id="{0F5CAD52-AF41-2011-2B4C-3FA6D2085E12}"/>
              </a:ext>
            </a:extLst>
          </p:cNvPr>
          <p:cNvSpPr/>
          <p:nvPr/>
        </p:nvSpPr>
        <p:spPr>
          <a:xfrm>
            <a:off x="1602844" y="4145534"/>
            <a:ext cx="4074792" cy="2132777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28">
            <a:extLst>
              <a:ext uri="{FF2B5EF4-FFF2-40B4-BE49-F238E27FC236}">
                <a16:creationId xmlns:a16="http://schemas.microsoft.com/office/drawing/2014/main" id="{D00E395F-EA56-00EB-2EF1-D71676B2108A}"/>
              </a:ext>
            </a:extLst>
          </p:cNvPr>
          <p:cNvSpPr/>
          <p:nvPr/>
        </p:nvSpPr>
        <p:spPr>
          <a:xfrm>
            <a:off x="1648564" y="4172967"/>
            <a:ext cx="3889576" cy="703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A34A"/>
                </a:solidFill>
                <a:latin typeface="+mj-lt"/>
                <a:ea typeface="Arial" pitchFamily="34" charset="-122"/>
                <a:cs typeface="Arial" pitchFamily="34" charset="-120"/>
              </a:rPr>
              <a:t>cv2.arcLength</a:t>
            </a:r>
            <a:endParaRPr lang="en-US" dirty="0">
              <a:latin typeface="+mj-lt"/>
            </a:endParaRPr>
          </a:p>
        </p:txBody>
      </p:sp>
      <p:sp>
        <p:nvSpPr>
          <p:cNvPr id="12" name="Text 29">
            <a:extLst>
              <a:ext uri="{FF2B5EF4-FFF2-40B4-BE49-F238E27FC236}">
                <a16:creationId xmlns:a16="http://schemas.microsoft.com/office/drawing/2014/main" id="{16120BBA-B3F3-0433-549B-DA38A3DDB744}"/>
              </a:ext>
            </a:extLst>
          </p:cNvPr>
          <p:cNvSpPr/>
          <p:nvPr/>
        </p:nvSpPr>
        <p:spPr>
          <a:xfrm>
            <a:off x="1648564" y="4547871"/>
            <a:ext cx="3889574" cy="1852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Sums Euclidean distances between consecutive contour points to measure perimeter in pixels.</a:t>
            </a:r>
            <a:endParaRPr lang="en-US" sz="1600" dirty="0">
              <a:latin typeface="+mj-lt"/>
            </a:endParaRPr>
          </a:p>
        </p:txBody>
      </p:sp>
      <p:sp>
        <p:nvSpPr>
          <p:cNvPr id="13" name="Shape 30">
            <a:extLst>
              <a:ext uri="{FF2B5EF4-FFF2-40B4-BE49-F238E27FC236}">
                <a16:creationId xmlns:a16="http://schemas.microsoft.com/office/drawing/2014/main" id="{395CD52F-1F36-AB02-2618-D63F74E77E22}"/>
              </a:ext>
            </a:extLst>
          </p:cNvPr>
          <p:cNvSpPr/>
          <p:nvPr/>
        </p:nvSpPr>
        <p:spPr>
          <a:xfrm>
            <a:off x="6346095" y="4145534"/>
            <a:ext cx="4074792" cy="2132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ABA60478-744D-5DC3-0860-144E33727716}"/>
              </a:ext>
            </a:extLst>
          </p:cNvPr>
          <p:cNvSpPr/>
          <p:nvPr/>
        </p:nvSpPr>
        <p:spPr>
          <a:xfrm>
            <a:off x="6391815" y="4109014"/>
            <a:ext cx="3889576" cy="703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A34A"/>
                </a:solidFill>
                <a:latin typeface="+mj-lt"/>
                <a:ea typeface="Arial" pitchFamily="34" charset="-122"/>
                <a:cs typeface="Arial" pitchFamily="34" charset="-120"/>
              </a:rPr>
              <a:t>Physical Conversion</a:t>
            </a:r>
            <a:endParaRPr lang="en-US" dirty="0">
              <a:latin typeface="+mj-lt"/>
            </a:endParaRPr>
          </a:p>
        </p:txBody>
      </p:sp>
      <p:sp>
        <p:nvSpPr>
          <p:cNvPr id="15" name="Text 32">
            <a:extLst>
              <a:ext uri="{FF2B5EF4-FFF2-40B4-BE49-F238E27FC236}">
                <a16:creationId xmlns:a16="http://schemas.microsoft.com/office/drawing/2014/main" id="{8C73940B-6B7D-1BFF-AD64-EEB564DB5283}"/>
              </a:ext>
            </a:extLst>
          </p:cNvPr>
          <p:cNvSpPr/>
          <p:nvPr/>
        </p:nvSpPr>
        <p:spPr>
          <a:xfrm>
            <a:off x="6391815" y="4483918"/>
            <a:ext cx="3889574" cy="1852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area_cm² = pixels/(45²)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perimeter_cm = pixels/45</a:t>
            </a:r>
            <a:endParaRPr lang="en-US" sz="1600" dirty="0">
              <a:latin typeface="+mj-lt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Calibrated from reference marker.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5205303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059B-A754-C046-E7C4-8DC17747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8ECA-CFEF-5CF1-A5FC-E44B12C3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9891"/>
            <a:ext cx="10515600" cy="770171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4A8EF2"/>
                </a:solidFill>
              </a:rPr>
              <a:t>Stage 5: </a:t>
            </a:r>
            <a:r>
              <a:rPr lang="en-US" sz="3600" b="1" dirty="0">
                <a:solidFill>
                  <a:srgbClr val="4A8EF2"/>
                </a:solidFill>
                <a:ea typeface="Arial Black" pitchFamily="34" charset="-122"/>
                <a:cs typeface="Arial Black" pitchFamily="34" charset="-120"/>
              </a:rPr>
              <a:t>HEURISTIC DIAGNOSIS &amp; ALPHA-BLEND VISUAL OVERLAY</a:t>
            </a:r>
            <a:r>
              <a:rPr lang="en-IN" sz="3600" b="1" dirty="0">
                <a:solidFill>
                  <a:srgbClr val="4A8EF2"/>
                </a:solidFill>
              </a:rPr>
              <a:t> </a:t>
            </a:r>
            <a:endParaRPr lang="en-IN" sz="3600" dirty="0">
              <a:solidFill>
                <a:srgbClr val="4A8EF2"/>
              </a:solidFill>
            </a:endParaRPr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1C4FA5DC-16F8-310E-FA12-A635277E2954}"/>
              </a:ext>
            </a:extLst>
          </p:cNvPr>
          <p:cNvSpPr/>
          <p:nvPr/>
        </p:nvSpPr>
        <p:spPr>
          <a:xfrm>
            <a:off x="550525" y="4037971"/>
            <a:ext cx="10992912" cy="2061171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44">
            <a:extLst>
              <a:ext uri="{FF2B5EF4-FFF2-40B4-BE49-F238E27FC236}">
                <a16:creationId xmlns:a16="http://schemas.microsoft.com/office/drawing/2014/main" id="{EB1B4B37-F932-3BD7-1D0D-3EC09709CBD7}"/>
              </a:ext>
            </a:extLst>
          </p:cNvPr>
          <p:cNvSpPr/>
          <p:nvPr/>
        </p:nvSpPr>
        <p:spPr>
          <a:xfrm>
            <a:off x="550524" y="4037972"/>
            <a:ext cx="10992909" cy="4351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45">
            <a:extLst>
              <a:ext uri="{FF2B5EF4-FFF2-40B4-BE49-F238E27FC236}">
                <a16:creationId xmlns:a16="http://schemas.microsoft.com/office/drawing/2014/main" id="{C3FC8E67-67B5-E936-5C0B-F25EDBAD7E5B}"/>
              </a:ext>
            </a:extLst>
          </p:cNvPr>
          <p:cNvSpPr/>
          <p:nvPr/>
        </p:nvSpPr>
        <p:spPr>
          <a:xfrm>
            <a:off x="550524" y="4037972"/>
            <a:ext cx="10992909" cy="435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+mj-lt"/>
                <a:ea typeface="Arial Black" pitchFamily="34" charset="-122"/>
                <a:cs typeface="Arial Black" pitchFamily="34" charset="-120"/>
              </a:rPr>
              <a:t>Alpha-Blend Visual Overlay — cv2.addWeighted(overlay, 0.4, original, 0.6, 0)</a:t>
            </a:r>
            <a:endParaRPr lang="en-US" dirty="0">
              <a:latin typeface="+mj-lt"/>
            </a:endParaRPr>
          </a:p>
        </p:txBody>
      </p:sp>
      <p:sp>
        <p:nvSpPr>
          <p:cNvPr id="6" name="Shape 46">
            <a:extLst>
              <a:ext uri="{FF2B5EF4-FFF2-40B4-BE49-F238E27FC236}">
                <a16:creationId xmlns:a16="http://schemas.microsoft.com/office/drawing/2014/main" id="{63AE0F34-F48B-D8E9-431E-3F21FEC11D1D}"/>
              </a:ext>
            </a:extLst>
          </p:cNvPr>
          <p:cNvSpPr/>
          <p:nvPr/>
        </p:nvSpPr>
        <p:spPr>
          <a:xfrm>
            <a:off x="607356" y="4519467"/>
            <a:ext cx="2613979" cy="1533313"/>
          </a:xfrm>
          <a:prstGeom prst="rect">
            <a:avLst/>
          </a:prstGeom>
          <a:solidFill>
            <a:srgbClr val="F0F4F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7">
            <a:extLst>
              <a:ext uri="{FF2B5EF4-FFF2-40B4-BE49-F238E27FC236}">
                <a16:creationId xmlns:a16="http://schemas.microsoft.com/office/drawing/2014/main" id="{DB31F1F9-1630-2B51-D83C-B65C3D04C4AC}"/>
              </a:ext>
            </a:extLst>
          </p:cNvPr>
          <p:cNvSpPr/>
          <p:nvPr/>
        </p:nvSpPr>
        <p:spPr>
          <a:xfrm>
            <a:off x="607357" y="4546900"/>
            <a:ext cx="2613980" cy="536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drawContours</a:t>
            </a:r>
            <a:endParaRPr lang="en-US" sz="1400" dirty="0">
              <a:latin typeface="+mj-lt"/>
            </a:endParaRPr>
          </a:p>
        </p:txBody>
      </p:sp>
      <p:sp>
        <p:nvSpPr>
          <p:cNvPr id="8" name="Text 48">
            <a:extLst>
              <a:ext uri="{FF2B5EF4-FFF2-40B4-BE49-F238E27FC236}">
                <a16:creationId xmlns:a16="http://schemas.microsoft.com/office/drawing/2014/main" id="{2D771B37-391D-778D-E4BD-51A3560F284B}"/>
              </a:ext>
            </a:extLst>
          </p:cNvPr>
          <p:cNvSpPr/>
          <p:nvPr/>
        </p:nvSpPr>
        <p:spPr>
          <a:xfrm>
            <a:off x="662220" y="4958379"/>
            <a:ext cx="2495164" cy="868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3px bright green boundary line around exact wound perimeter</a:t>
            </a:r>
            <a:endParaRPr lang="en-US" sz="1200" dirty="0">
              <a:latin typeface="+mj-lt"/>
            </a:endParaRPr>
          </a:p>
        </p:txBody>
      </p:sp>
      <p:sp>
        <p:nvSpPr>
          <p:cNvPr id="9" name="Shape 49">
            <a:extLst>
              <a:ext uri="{FF2B5EF4-FFF2-40B4-BE49-F238E27FC236}">
                <a16:creationId xmlns:a16="http://schemas.microsoft.com/office/drawing/2014/main" id="{87B0815C-8F48-6464-A40C-C644D23F7AFE}"/>
              </a:ext>
            </a:extLst>
          </p:cNvPr>
          <p:cNvSpPr/>
          <p:nvPr/>
        </p:nvSpPr>
        <p:spPr>
          <a:xfrm>
            <a:off x="3369790" y="4519467"/>
            <a:ext cx="2507330" cy="1533313"/>
          </a:xfrm>
          <a:prstGeom prst="rect">
            <a:avLst/>
          </a:prstGeom>
          <a:solidFill>
            <a:srgbClr val="F0F4F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50">
            <a:extLst>
              <a:ext uri="{FF2B5EF4-FFF2-40B4-BE49-F238E27FC236}">
                <a16:creationId xmlns:a16="http://schemas.microsoft.com/office/drawing/2014/main" id="{7C7544D2-0A15-EC82-3500-9243764A0CBB}"/>
              </a:ext>
            </a:extLst>
          </p:cNvPr>
          <p:cNvSpPr/>
          <p:nvPr/>
        </p:nvSpPr>
        <p:spPr>
          <a:xfrm>
            <a:off x="3369790" y="4546900"/>
            <a:ext cx="2507331" cy="536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fillPoly</a:t>
            </a:r>
            <a:endParaRPr lang="en-US" sz="1400" dirty="0">
              <a:latin typeface="+mj-lt"/>
            </a:endParaRPr>
          </a:p>
        </p:txBody>
      </p:sp>
      <p:sp>
        <p:nvSpPr>
          <p:cNvPr id="12" name="Text 51">
            <a:extLst>
              <a:ext uri="{FF2B5EF4-FFF2-40B4-BE49-F238E27FC236}">
                <a16:creationId xmlns:a16="http://schemas.microsoft.com/office/drawing/2014/main" id="{0D0ECBA1-1893-220C-C91B-FEB36F1BF922}"/>
              </a:ext>
            </a:extLst>
          </p:cNvPr>
          <p:cNvSpPr/>
          <p:nvPr/>
        </p:nvSpPr>
        <p:spPr>
          <a:xfrm>
            <a:off x="3410848" y="4958379"/>
            <a:ext cx="2393362" cy="868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Neon-green fill on separate overlay layer covering wound interior</a:t>
            </a:r>
            <a:endParaRPr lang="en-US" sz="1200" dirty="0">
              <a:latin typeface="+mj-lt"/>
            </a:endParaRPr>
          </a:p>
        </p:txBody>
      </p:sp>
      <p:sp>
        <p:nvSpPr>
          <p:cNvPr id="13" name="Shape 52">
            <a:extLst>
              <a:ext uri="{FF2B5EF4-FFF2-40B4-BE49-F238E27FC236}">
                <a16:creationId xmlns:a16="http://schemas.microsoft.com/office/drawing/2014/main" id="{7564DF50-DB6C-1720-8FBF-DBAE4B6E976E}"/>
              </a:ext>
            </a:extLst>
          </p:cNvPr>
          <p:cNvSpPr/>
          <p:nvPr/>
        </p:nvSpPr>
        <p:spPr>
          <a:xfrm>
            <a:off x="6050521" y="4519467"/>
            <a:ext cx="2571281" cy="1533313"/>
          </a:xfrm>
          <a:prstGeom prst="rect">
            <a:avLst/>
          </a:prstGeom>
          <a:solidFill>
            <a:srgbClr val="F0F4F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53">
            <a:extLst>
              <a:ext uri="{FF2B5EF4-FFF2-40B4-BE49-F238E27FC236}">
                <a16:creationId xmlns:a16="http://schemas.microsoft.com/office/drawing/2014/main" id="{898D391F-2A09-6083-C1C9-9EE3BAE57E86}"/>
              </a:ext>
            </a:extLst>
          </p:cNvPr>
          <p:cNvSpPr/>
          <p:nvPr/>
        </p:nvSpPr>
        <p:spPr>
          <a:xfrm>
            <a:off x="6050522" y="4546900"/>
            <a:ext cx="2571282" cy="536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addWeighted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0.4 + 0.6</a:t>
            </a:r>
            <a:endParaRPr lang="en-US" sz="1400" dirty="0">
              <a:latin typeface="+mj-lt"/>
            </a:endParaRPr>
          </a:p>
        </p:txBody>
      </p:sp>
      <p:sp>
        <p:nvSpPr>
          <p:cNvPr id="15" name="Text 54">
            <a:extLst>
              <a:ext uri="{FF2B5EF4-FFF2-40B4-BE49-F238E27FC236}">
                <a16:creationId xmlns:a16="http://schemas.microsoft.com/office/drawing/2014/main" id="{B20BFBDB-52E6-3660-E6F4-9BC373C889AA}"/>
              </a:ext>
            </a:extLst>
          </p:cNvPr>
          <p:cNvSpPr/>
          <p:nvPr/>
        </p:nvSpPr>
        <p:spPr>
          <a:xfrm>
            <a:off x="6094485" y="4958379"/>
            <a:ext cx="2454407" cy="868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Alpha blend: 40% green overlay + 60% original image</a:t>
            </a:r>
            <a:endParaRPr lang="en-US" sz="1200" dirty="0">
              <a:latin typeface="+mj-lt"/>
            </a:endParaRPr>
          </a:p>
        </p:txBody>
      </p:sp>
      <p:sp>
        <p:nvSpPr>
          <p:cNvPr id="16" name="Shape 55">
            <a:extLst>
              <a:ext uri="{FF2B5EF4-FFF2-40B4-BE49-F238E27FC236}">
                <a16:creationId xmlns:a16="http://schemas.microsoft.com/office/drawing/2014/main" id="{62579649-F762-95F0-AD74-37B574942F5A}"/>
              </a:ext>
            </a:extLst>
          </p:cNvPr>
          <p:cNvSpPr/>
          <p:nvPr/>
        </p:nvSpPr>
        <p:spPr>
          <a:xfrm>
            <a:off x="8795207" y="4519468"/>
            <a:ext cx="2700073" cy="1533313"/>
          </a:xfrm>
          <a:prstGeom prst="rect">
            <a:avLst/>
          </a:prstGeom>
          <a:solidFill>
            <a:srgbClr val="F0F4F8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56">
            <a:extLst>
              <a:ext uri="{FF2B5EF4-FFF2-40B4-BE49-F238E27FC236}">
                <a16:creationId xmlns:a16="http://schemas.microsoft.com/office/drawing/2014/main" id="{BE1CCECB-7676-ED34-0647-1C8999CF16B3}"/>
              </a:ext>
            </a:extLst>
          </p:cNvPr>
          <p:cNvSpPr/>
          <p:nvPr/>
        </p:nvSpPr>
        <p:spPr>
          <a:xfrm>
            <a:off x="8795208" y="4546901"/>
            <a:ext cx="2700074" cy="536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Clinical</a:t>
            </a:r>
            <a:endParaRPr lang="en-US" sz="1400" dirty="0">
              <a:latin typeface="+mj-lt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Transparency</a:t>
            </a:r>
            <a:endParaRPr lang="en-US" sz="1400" dirty="0">
              <a:latin typeface="+mj-lt"/>
            </a:endParaRPr>
          </a:p>
        </p:txBody>
      </p:sp>
      <p:sp>
        <p:nvSpPr>
          <p:cNvPr id="18" name="Text 57">
            <a:extLst>
              <a:ext uri="{FF2B5EF4-FFF2-40B4-BE49-F238E27FC236}">
                <a16:creationId xmlns:a16="http://schemas.microsoft.com/office/drawing/2014/main" id="{662A1004-E39D-86B1-4D68-C393045E7A59}"/>
              </a:ext>
            </a:extLst>
          </p:cNvPr>
          <p:cNvSpPr/>
          <p:nvPr/>
        </p:nvSpPr>
        <p:spPr>
          <a:xfrm>
            <a:off x="8845027" y="4958380"/>
            <a:ext cx="2577344" cy="868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+mj-lt"/>
                <a:ea typeface="Calibri" pitchFamily="34" charset="-122"/>
                <a:cs typeface="Calibri" pitchFamily="34" charset="-120"/>
              </a:rPr>
              <a:t>Clinician sees exact analyzed region — not a black-box result</a:t>
            </a:r>
            <a:endParaRPr lang="en-US" sz="1200" dirty="0">
              <a:latin typeface="+mj-lt"/>
            </a:endParaRPr>
          </a:p>
        </p:txBody>
      </p:sp>
      <p:sp>
        <p:nvSpPr>
          <p:cNvPr id="20" name="Shape 44">
            <a:extLst>
              <a:ext uri="{FF2B5EF4-FFF2-40B4-BE49-F238E27FC236}">
                <a16:creationId xmlns:a16="http://schemas.microsoft.com/office/drawing/2014/main" id="{FAC3A3AF-6CFB-0026-2D92-A3576A7706DF}"/>
              </a:ext>
            </a:extLst>
          </p:cNvPr>
          <p:cNvSpPr/>
          <p:nvPr/>
        </p:nvSpPr>
        <p:spPr>
          <a:xfrm>
            <a:off x="550524" y="2183309"/>
            <a:ext cx="10992909" cy="139437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45">
            <a:extLst>
              <a:ext uri="{FF2B5EF4-FFF2-40B4-BE49-F238E27FC236}">
                <a16:creationId xmlns:a16="http://schemas.microsoft.com/office/drawing/2014/main" id="{2DDCAA98-BD1C-4C91-B49E-3ED35D803905}"/>
              </a:ext>
            </a:extLst>
          </p:cNvPr>
          <p:cNvSpPr/>
          <p:nvPr/>
        </p:nvSpPr>
        <p:spPr>
          <a:xfrm>
            <a:off x="821524" y="2579758"/>
            <a:ext cx="10111191" cy="601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Heuristic Fallback:</a:t>
            </a:r>
            <a:r>
              <a:rPr lang="en-US" dirty="0">
                <a:solidFill>
                  <a:schemeClr val="bg1"/>
                </a:solidFill>
              </a:rPr>
              <a:t> Based on exactly how massive the contour area is, the CV engine utilizes strict logical bounds to diagnose the severity and current healing stage of the wound, dynamically generating a 0-100% confidence percentage metric.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33681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1A38-A1CE-40C7-D3FB-D436F1D0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0793-1962-A9F4-310D-A32731CE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4A8EF2"/>
                </a:solidFill>
                <a:ea typeface="Arial Black" pitchFamily="34" charset="-122"/>
                <a:cs typeface="Arial Black" pitchFamily="34" charset="-120"/>
              </a:rPr>
              <a:t>LIVE SYSTEM RESULTS - APPLICATION SCREENSHOTS</a:t>
            </a:r>
            <a:endParaRPr lang="en-US" sz="2800" dirty="0">
              <a:solidFill>
                <a:srgbClr val="4A8EF2"/>
              </a:solidFill>
            </a:endParaRPr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5C4724A8-FB92-BDCC-7ACD-517162F79000}"/>
              </a:ext>
            </a:extLst>
          </p:cNvPr>
          <p:cNvSpPr/>
          <p:nvPr/>
        </p:nvSpPr>
        <p:spPr>
          <a:xfrm>
            <a:off x="838200" y="2153554"/>
            <a:ext cx="4206240" cy="4114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solidFill>
              <a:srgbClr val="0020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655F9041-16FA-5A11-A8DE-53C15A6A3BBD}"/>
              </a:ext>
            </a:extLst>
          </p:cNvPr>
          <p:cNvSpPr/>
          <p:nvPr/>
        </p:nvSpPr>
        <p:spPr>
          <a:xfrm>
            <a:off x="838200" y="2153554"/>
            <a:ext cx="4206240" cy="384048"/>
          </a:xfrm>
          <a:prstGeom prst="rect">
            <a:avLst/>
          </a:prstGeom>
          <a:ln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9CF68BA4-47C3-D811-AAE6-F256CF17C099}"/>
              </a:ext>
            </a:extLst>
          </p:cNvPr>
          <p:cNvSpPr/>
          <p:nvPr/>
        </p:nvSpPr>
        <p:spPr>
          <a:xfrm>
            <a:off x="838199" y="2153554"/>
            <a:ext cx="4408931" cy="465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TEST CASE 1 — Palm Wound</a:t>
            </a:r>
            <a:endParaRPr lang="en-US" sz="1600" dirty="0">
              <a:latin typeface="+mj-lt"/>
            </a:endParaRP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016BB946-C8A1-C08A-19DD-6454695D0B78}"/>
              </a:ext>
            </a:extLst>
          </p:cNvPr>
          <p:cNvSpPr/>
          <p:nvPr/>
        </p:nvSpPr>
        <p:spPr>
          <a:xfrm>
            <a:off x="929639" y="2610754"/>
            <a:ext cx="2012773" cy="4765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950504B2-EA5D-6FF5-D17A-C29579E96AEC}"/>
              </a:ext>
            </a:extLst>
          </p:cNvPr>
          <p:cNvSpPr/>
          <p:nvPr/>
        </p:nvSpPr>
        <p:spPr>
          <a:xfrm>
            <a:off x="929639" y="2610754"/>
            <a:ext cx="2012773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Location</a:t>
            </a:r>
            <a:endParaRPr lang="en-US" sz="1400" dirty="0">
              <a:latin typeface="+mj-lt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EF00A1ED-DAD2-7C46-9A6F-D701FE9F746C}"/>
              </a:ext>
            </a:extLst>
          </p:cNvPr>
          <p:cNvSpPr/>
          <p:nvPr/>
        </p:nvSpPr>
        <p:spPr>
          <a:xfrm>
            <a:off x="2849879" y="2610754"/>
            <a:ext cx="2108619" cy="4765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0EE87E53-CCA1-47B3-0321-4724FD8E2AEC}"/>
              </a:ext>
            </a:extLst>
          </p:cNvPr>
          <p:cNvSpPr/>
          <p:nvPr/>
        </p:nvSpPr>
        <p:spPr>
          <a:xfrm>
            <a:off x="2849879" y="2610754"/>
            <a:ext cx="2108619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Palm of hand</a:t>
            </a:r>
            <a:endParaRPr lang="en-US" sz="1400" dirty="0">
              <a:latin typeface="+mj-lt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CCDB3686-8319-AB6B-2590-891CDAF62AFE}"/>
              </a:ext>
            </a:extLst>
          </p:cNvPr>
          <p:cNvSpPr/>
          <p:nvPr/>
        </p:nvSpPr>
        <p:spPr>
          <a:xfrm>
            <a:off x="929639" y="3067954"/>
            <a:ext cx="2012773" cy="4765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8350DE69-C506-2083-A6DA-9AD956908286}"/>
              </a:ext>
            </a:extLst>
          </p:cNvPr>
          <p:cNvSpPr/>
          <p:nvPr/>
        </p:nvSpPr>
        <p:spPr>
          <a:xfrm>
            <a:off x="929639" y="3067954"/>
            <a:ext cx="2012773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Total Area</a:t>
            </a:r>
            <a:endParaRPr lang="en-US" sz="1400" dirty="0">
              <a:latin typeface="+mj-lt"/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30A0F96E-405F-E878-3640-A6B17B91B755}"/>
              </a:ext>
            </a:extLst>
          </p:cNvPr>
          <p:cNvSpPr/>
          <p:nvPr/>
        </p:nvSpPr>
        <p:spPr>
          <a:xfrm>
            <a:off x="2849879" y="3067954"/>
            <a:ext cx="2108619" cy="4765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5CB12EED-9E4E-034A-E962-AE459E064F7D}"/>
              </a:ext>
            </a:extLst>
          </p:cNvPr>
          <p:cNvSpPr/>
          <p:nvPr/>
        </p:nvSpPr>
        <p:spPr>
          <a:xfrm>
            <a:off x="2849879" y="3067954"/>
            <a:ext cx="2108619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0.31 cm²</a:t>
            </a:r>
            <a:endParaRPr lang="en-US" sz="1400" dirty="0">
              <a:latin typeface="+mj-lt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03533A9-8892-F2BD-913E-D373CA42A233}"/>
              </a:ext>
            </a:extLst>
          </p:cNvPr>
          <p:cNvSpPr/>
          <p:nvPr/>
        </p:nvSpPr>
        <p:spPr>
          <a:xfrm>
            <a:off x="929639" y="3525154"/>
            <a:ext cx="2012773" cy="4765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BB12A7B8-E7A4-4CE8-0916-D23780F3CE0B}"/>
              </a:ext>
            </a:extLst>
          </p:cNvPr>
          <p:cNvSpPr/>
          <p:nvPr/>
        </p:nvSpPr>
        <p:spPr>
          <a:xfrm>
            <a:off x="929639" y="3525154"/>
            <a:ext cx="2012773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Perimeter</a:t>
            </a:r>
            <a:endParaRPr lang="en-US" sz="1400" dirty="0">
              <a:latin typeface="+mj-lt"/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AF4FACEF-C05A-FE72-6ACE-76FE40240E06}"/>
              </a:ext>
            </a:extLst>
          </p:cNvPr>
          <p:cNvSpPr/>
          <p:nvPr/>
        </p:nvSpPr>
        <p:spPr>
          <a:xfrm>
            <a:off x="2849879" y="3525154"/>
            <a:ext cx="2108619" cy="4765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677E2C3A-FFFB-B94D-78F7-BE8314A55C60}"/>
              </a:ext>
            </a:extLst>
          </p:cNvPr>
          <p:cNvSpPr/>
          <p:nvPr/>
        </p:nvSpPr>
        <p:spPr>
          <a:xfrm>
            <a:off x="2849879" y="3525154"/>
            <a:ext cx="2108619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3.03 cm</a:t>
            </a:r>
            <a:endParaRPr lang="en-US" sz="1400" dirty="0">
              <a:latin typeface="+mj-lt"/>
            </a:endParaRPr>
          </a:p>
        </p:txBody>
      </p:sp>
      <p:sp>
        <p:nvSpPr>
          <p:cNvPr id="47" name="Shape 17">
            <a:extLst>
              <a:ext uri="{FF2B5EF4-FFF2-40B4-BE49-F238E27FC236}">
                <a16:creationId xmlns:a16="http://schemas.microsoft.com/office/drawing/2014/main" id="{8A870F05-8CC3-1967-2A27-59AB3089C773}"/>
              </a:ext>
            </a:extLst>
          </p:cNvPr>
          <p:cNvSpPr/>
          <p:nvPr/>
        </p:nvSpPr>
        <p:spPr>
          <a:xfrm>
            <a:off x="929639" y="3982354"/>
            <a:ext cx="2012773" cy="4765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3C4CD54F-9761-F4A3-5308-4003F04EBE6B}"/>
              </a:ext>
            </a:extLst>
          </p:cNvPr>
          <p:cNvSpPr/>
          <p:nvPr/>
        </p:nvSpPr>
        <p:spPr>
          <a:xfrm>
            <a:off x="929639" y="3982354"/>
            <a:ext cx="2012773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Healing Stage</a:t>
            </a:r>
            <a:endParaRPr lang="en-US" sz="1400" dirty="0">
              <a:latin typeface="+mj-lt"/>
            </a:endParaRPr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85565635-503C-6F96-AB74-6F7F5D673164}"/>
              </a:ext>
            </a:extLst>
          </p:cNvPr>
          <p:cNvSpPr/>
          <p:nvPr/>
        </p:nvSpPr>
        <p:spPr>
          <a:xfrm>
            <a:off x="2849879" y="3982354"/>
            <a:ext cx="2108619" cy="4765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9E6081C4-B426-7832-0CF8-1391126018CC}"/>
              </a:ext>
            </a:extLst>
          </p:cNvPr>
          <p:cNvSpPr/>
          <p:nvPr/>
        </p:nvSpPr>
        <p:spPr>
          <a:xfrm>
            <a:off x="2849879" y="3982354"/>
            <a:ext cx="2108619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8EF2"/>
                </a:solidFill>
                <a:latin typeface="+mj-lt"/>
                <a:ea typeface="Calibri" pitchFamily="34" charset="-122"/>
                <a:cs typeface="Calibri" pitchFamily="34" charset="-120"/>
              </a:rPr>
              <a:t>HEALED ✓</a:t>
            </a:r>
            <a:endParaRPr lang="en-US" sz="1400" dirty="0">
              <a:solidFill>
                <a:srgbClr val="4A8EF2"/>
              </a:solidFill>
              <a:latin typeface="+mj-lt"/>
            </a:endParaRP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E8B3211C-4A18-2A94-0745-7053AFDA5790}"/>
              </a:ext>
            </a:extLst>
          </p:cNvPr>
          <p:cNvSpPr/>
          <p:nvPr/>
        </p:nvSpPr>
        <p:spPr>
          <a:xfrm>
            <a:off x="929639" y="4439554"/>
            <a:ext cx="2012773" cy="4765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2188CD2F-F34E-45ED-2C8E-ED78C0E57B50}"/>
              </a:ext>
            </a:extLst>
          </p:cNvPr>
          <p:cNvSpPr/>
          <p:nvPr/>
        </p:nvSpPr>
        <p:spPr>
          <a:xfrm>
            <a:off x="929639" y="4439554"/>
            <a:ext cx="2012773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Confidence</a:t>
            </a:r>
            <a:endParaRPr lang="en-US" sz="1400" dirty="0">
              <a:latin typeface="+mj-lt"/>
            </a:endParaRPr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3C8BB272-8BDE-6CDD-9B77-36F15A5673EC}"/>
              </a:ext>
            </a:extLst>
          </p:cNvPr>
          <p:cNvSpPr/>
          <p:nvPr/>
        </p:nvSpPr>
        <p:spPr>
          <a:xfrm>
            <a:off x="2849879" y="4439554"/>
            <a:ext cx="2108619" cy="4765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6B6B6738-879E-177B-F4B6-BCA85CF944E5}"/>
              </a:ext>
            </a:extLst>
          </p:cNvPr>
          <p:cNvSpPr/>
          <p:nvPr/>
        </p:nvSpPr>
        <p:spPr>
          <a:xfrm>
            <a:off x="2849879" y="4439554"/>
            <a:ext cx="2108619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75.89%</a:t>
            </a:r>
            <a:endParaRPr lang="en-US" sz="1400" dirty="0">
              <a:latin typeface="+mj-lt"/>
            </a:endParaRPr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C0A0BAA1-A9CA-8A25-4137-BC7CEAF9705C}"/>
              </a:ext>
            </a:extLst>
          </p:cNvPr>
          <p:cNvSpPr/>
          <p:nvPr/>
        </p:nvSpPr>
        <p:spPr>
          <a:xfrm>
            <a:off x="929639" y="4896754"/>
            <a:ext cx="2012773" cy="4765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B1B06450-9828-1237-0A4E-4ED09D38F33F}"/>
              </a:ext>
            </a:extLst>
          </p:cNvPr>
          <p:cNvSpPr/>
          <p:nvPr/>
        </p:nvSpPr>
        <p:spPr>
          <a:xfrm>
            <a:off x="929639" y="4896754"/>
            <a:ext cx="2012773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Mask</a:t>
            </a:r>
            <a:endParaRPr lang="en-US" sz="1400" dirty="0">
              <a:latin typeface="+mj-lt"/>
            </a:endParaRPr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5BD2B980-05D5-0CE2-0D16-67EB332BB8B7}"/>
              </a:ext>
            </a:extLst>
          </p:cNvPr>
          <p:cNvSpPr/>
          <p:nvPr/>
        </p:nvSpPr>
        <p:spPr>
          <a:xfrm>
            <a:off x="2849879" y="4896754"/>
            <a:ext cx="2108619" cy="4765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29C913E2-7619-650A-9CFF-4195620018E9}"/>
              </a:ext>
            </a:extLst>
          </p:cNvPr>
          <p:cNvSpPr/>
          <p:nvPr/>
        </p:nvSpPr>
        <p:spPr>
          <a:xfrm>
            <a:off x="2849879" y="4896754"/>
            <a:ext cx="2108619" cy="476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Neon-green overlay</a:t>
            </a:r>
            <a:endParaRPr lang="en-US" sz="1400" dirty="0">
              <a:latin typeface="+mj-lt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4875AAB-23EF-5BCF-74C4-A1F71B135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143"/>
          <a:stretch>
            <a:fillRect/>
          </a:stretch>
        </p:blipFill>
        <p:spPr>
          <a:xfrm>
            <a:off x="5247130" y="2153554"/>
            <a:ext cx="2939824" cy="328094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CE2A46E-D263-815D-C39A-C1100EC6D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89" b="5185"/>
          <a:stretch>
            <a:fillRect/>
          </a:stretch>
        </p:blipFill>
        <p:spPr>
          <a:xfrm>
            <a:off x="8413975" y="2153554"/>
            <a:ext cx="2939825" cy="386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2611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5D6E-C386-A136-49BD-56D6AF77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8DC8D-FC89-EAA1-78D4-4E27B6A7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>
                <a:solidFill>
                  <a:srgbClr val="4A8EF2"/>
                </a:solidFill>
                <a:ea typeface="Arial Black" pitchFamily="34" charset="-122"/>
                <a:cs typeface="Arial Black" pitchFamily="34" charset="-120"/>
              </a:rPr>
              <a:t>LIVE SYSTEM RESULTS - APPLICATION SCREENSHOTS</a:t>
            </a:r>
            <a:endParaRPr lang="en-US" sz="2800" dirty="0">
              <a:solidFill>
                <a:srgbClr val="4A8EF2"/>
              </a:solidFill>
            </a:endParaRPr>
          </a:p>
        </p:txBody>
      </p:sp>
      <p:sp>
        <p:nvSpPr>
          <p:cNvPr id="85" name="Shape 29">
            <a:extLst>
              <a:ext uri="{FF2B5EF4-FFF2-40B4-BE49-F238E27FC236}">
                <a16:creationId xmlns:a16="http://schemas.microsoft.com/office/drawing/2014/main" id="{075CC919-8A21-77C2-58EF-F8261C4AAEB3}"/>
              </a:ext>
            </a:extLst>
          </p:cNvPr>
          <p:cNvSpPr/>
          <p:nvPr/>
        </p:nvSpPr>
        <p:spPr>
          <a:xfrm>
            <a:off x="813869" y="2153554"/>
            <a:ext cx="4206240" cy="4114800"/>
          </a:xfrm>
          <a:prstGeom prst="rect">
            <a:avLst/>
          </a:prstGeom>
          <a:solidFill>
            <a:srgbClr val="F0F4F8"/>
          </a:solidFill>
          <a:ln w="12700">
            <a:solidFill>
              <a:srgbClr val="1B6C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6" name="Shape 30">
            <a:extLst>
              <a:ext uri="{FF2B5EF4-FFF2-40B4-BE49-F238E27FC236}">
                <a16:creationId xmlns:a16="http://schemas.microsoft.com/office/drawing/2014/main" id="{371D4485-0BA7-C68D-7489-2DF2EBE61B13}"/>
              </a:ext>
            </a:extLst>
          </p:cNvPr>
          <p:cNvSpPr/>
          <p:nvPr/>
        </p:nvSpPr>
        <p:spPr>
          <a:xfrm>
            <a:off x="813869" y="2153554"/>
            <a:ext cx="420624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7" name="Text 31">
            <a:extLst>
              <a:ext uri="{FF2B5EF4-FFF2-40B4-BE49-F238E27FC236}">
                <a16:creationId xmlns:a16="http://schemas.microsoft.com/office/drawing/2014/main" id="{353818C0-645B-0ED9-446A-116EBE7F35DA}"/>
              </a:ext>
            </a:extLst>
          </p:cNvPr>
          <p:cNvSpPr/>
          <p:nvPr/>
        </p:nvSpPr>
        <p:spPr>
          <a:xfrm>
            <a:off x="813869" y="215355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TEST CASE 2 — Elbow Wound</a:t>
            </a:r>
            <a:endParaRPr lang="en-US" sz="1600" dirty="0">
              <a:latin typeface="+mj-lt"/>
            </a:endParaRPr>
          </a:p>
        </p:txBody>
      </p:sp>
      <p:sp>
        <p:nvSpPr>
          <p:cNvPr id="88" name="Shape 32">
            <a:extLst>
              <a:ext uri="{FF2B5EF4-FFF2-40B4-BE49-F238E27FC236}">
                <a16:creationId xmlns:a16="http://schemas.microsoft.com/office/drawing/2014/main" id="{B9014AE9-B2F1-D169-9E1C-7EC87DC069D2}"/>
              </a:ext>
            </a:extLst>
          </p:cNvPr>
          <p:cNvSpPr/>
          <p:nvPr/>
        </p:nvSpPr>
        <p:spPr>
          <a:xfrm>
            <a:off x="905308" y="2610753"/>
            <a:ext cx="2026999" cy="693341"/>
          </a:xfrm>
          <a:prstGeom prst="rect">
            <a:avLst/>
          </a:prstGeom>
          <a:solidFill>
            <a:srgbClr val="E8F4F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89" name="Text 33">
            <a:extLst>
              <a:ext uri="{FF2B5EF4-FFF2-40B4-BE49-F238E27FC236}">
                <a16:creationId xmlns:a16="http://schemas.microsoft.com/office/drawing/2014/main" id="{132D944F-DC2F-D1DC-2A73-21FE285C381E}"/>
              </a:ext>
            </a:extLst>
          </p:cNvPr>
          <p:cNvSpPr/>
          <p:nvPr/>
        </p:nvSpPr>
        <p:spPr>
          <a:xfrm>
            <a:off x="905308" y="2610753"/>
            <a:ext cx="2026999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Location</a:t>
            </a:r>
            <a:endParaRPr lang="en-US" sz="1400" dirty="0">
              <a:latin typeface="+mj-lt"/>
            </a:endParaRPr>
          </a:p>
        </p:txBody>
      </p:sp>
      <p:sp>
        <p:nvSpPr>
          <p:cNvPr id="90" name="Shape 34">
            <a:extLst>
              <a:ext uri="{FF2B5EF4-FFF2-40B4-BE49-F238E27FC236}">
                <a16:creationId xmlns:a16="http://schemas.microsoft.com/office/drawing/2014/main" id="{AE623587-AF72-B327-E781-C9D7A00462CA}"/>
              </a:ext>
            </a:extLst>
          </p:cNvPr>
          <p:cNvSpPr/>
          <p:nvPr/>
        </p:nvSpPr>
        <p:spPr>
          <a:xfrm>
            <a:off x="2825548" y="2610753"/>
            <a:ext cx="2123523" cy="69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1" name="Text 35">
            <a:extLst>
              <a:ext uri="{FF2B5EF4-FFF2-40B4-BE49-F238E27FC236}">
                <a16:creationId xmlns:a16="http://schemas.microsoft.com/office/drawing/2014/main" id="{7F182C44-F270-BC86-7EAD-A968F78C79CD}"/>
              </a:ext>
            </a:extLst>
          </p:cNvPr>
          <p:cNvSpPr/>
          <p:nvPr/>
        </p:nvSpPr>
        <p:spPr>
          <a:xfrm>
            <a:off x="2825548" y="2610753"/>
            <a:ext cx="2123523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Elbow region</a:t>
            </a:r>
            <a:endParaRPr lang="en-US" sz="1400" dirty="0">
              <a:latin typeface="+mj-lt"/>
            </a:endParaRPr>
          </a:p>
        </p:txBody>
      </p:sp>
      <p:sp>
        <p:nvSpPr>
          <p:cNvPr id="92" name="Shape 36">
            <a:extLst>
              <a:ext uri="{FF2B5EF4-FFF2-40B4-BE49-F238E27FC236}">
                <a16:creationId xmlns:a16="http://schemas.microsoft.com/office/drawing/2014/main" id="{EDA1776A-BE40-6340-D458-C42A8E546D0D}"/>
              </a:ext>
            </a:extLst>
          </p:cNvPr>
          <p:cNvSpPr/>
          <p:nvPr/>
        </p:nvSpPr>
        <p:spPr>
          <a:xfrm>
            <a:off x="905308" y="3067953"/>
            <a:ext cx="2026999" cy="693341"/>
          </a:xfrm>
          <a:prstGeom prst="rect">
            <a:avLst/>
          </a:prstGeom>
          <a:solidFill>
            <a:srgbClr val="E8F4F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3" name="Text 37">
            <a:extLst>
              <a:ext uri="{FF2B5EF4-FFF2-40B4-BE49-F238E27FC236}">
                <a16:creationId xmlns:a16="http://schemas.microsoft.com/office/drawing/2014/main" id="{4BC55F54-3C1D-43BF-8C4A-009F18BBED55}"/>
              </a:ext>
            </a:extLst>
          </p:cNvPr>
          <p:cNvSpPr/>
          <p:nvPr/>
        </p:nvSpPr>
        <p:spPr>
          <a:xfrm>
            <a:off x="905308" y="3067953"/>
            <a:ext cx="2026999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Total Area</a:t>
            </a:r>
            <a:endParaRPr lang="en-US" sz="1400" dirty="0">
              <a:latin typeface="+mj-lt"/>
            </a:endParaRPr>
          </a:p>
        </p:txBody>
      </p:sp>
      <p:sp>
        <p:nvSpPr>
          <p:cNvPr id="94" name="Shape 38">
            <a:extLst>
              <a:ext uri="{FF2B5EF4-FFF2-40B4-BE49-F238E27FC236}">
                <a16:creationId xmlns:a16="http://schemas.microsoft.com/office/drawing/2014/main" id="{12C8CA55-FD0E-C7A6-E98D-365CC03256CA}"/>
              </a:ext>
            </a:extLst>
          </p:cNvPr>
          <p:cNvSpPr/>
          <p:nvPr/>
        </p:nvSpPr>
        <p:spPr>
          <a:xfrm>
            <a:off x="2825548" y="3067953"/>
            <a:ext cx="2123523" cy="69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5" name="Text 39">
            <a:extLst>
              <a:ext uri="{FF2B5EF4-FFF2-40B4-BE49-F238E27FC236}">
                <a16:creationId xmlns:a16="http://schemas.microsoft.com/office/drawing/2014/main" id="{49829A3B-1406-7C1B-0806-6E7EF3110E66}"/>
              </a:ext>
            </a:extLst>
          </p:cNvPr>
          <p:cNvSpPr/>
          <p:nvPr/>
        </p:nvSpPr>
        <p:spPr>
          <a:xfrm>
            <a:off x="2825548" y="3067953"/>
            <a:ext cx="2123523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1.77 cm²</a:t>
            </a:r>
            <a:endParaRPr lang="en-US" sz="1400" dirty="0">
              <a:latin typeface="+mj-lt"/>
            </a:endParaRPr>
          </a:p>
        </p:txBody>
      </p:sp>
      <p:sp>
        <p:nvSpPr>
          <p:cNvPr id="96" name="Shape 40">
            <a:extLst>
              <a:ext uri="{FF2B5EF4-FFF2-40B4-BE49-F238E27FC236}">
                <a16:creationId xmlns:a16="http://schemas.microsoft.com/office/drawing/2014/main" id="{26F5B9A4-C75F-74BB-4895-62D4E50D1303}"/>
              </a:ext>
            </a:extLst>
          </p:cNvPr>
          <p:cNvSpPr/>
          <p:nvPr/>
        </p:nvSpPr>
        <p:spPr>
          <a:xfrm>
            <a:off x="905308" y="3525153"/>
            <a:ext cx="2026999" cy="693341"/>
          </a:xfrm>
          <a:prstGeom prst="rect">
            <a:avLst/>
          </a:prstGeom>
          <a:solidFill>
            <a:srgbClr val="E8F4F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7" name="Text 41">
            <a:extLst>
              <a:ext uri="{FF2B5EF4-FFF2-40B4-BE49-F238E27FC236}">
                <a16:creationId xmlns:a16="http://schemas.microsoft.com/office/drawing/2014/main" id="{FA4B4B56-F3A6-E4BB-7B19-28804D130888}"/>
              </a:ext>
            </a:extLst>
          </p:cNvPr>
          <p:cNvSpPr/>
          <p:nvPr/>
        </p:nvSpPr>
        <p:spPr>
          <a:xfrm>
            <a:off x="905308" y="3525153"/>
            <a:ext cx="2026999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Perimeter</a:t>
            </a:r>
            <a:endParaRPr lang="en-US" sz="1400" dirty="0">
              <a:latin typeface="+mj-lt"/>
            </a:endParaRPr>
          </a:p>
        </p:txBody>
      </p:sp>
      <p:sp>
        <p:nvSpPr>
          <p:cNvPr id="98" name="Shape 42">
            <a:extLst>
              <a:ext uri="{FF2B5EF4-FFF2-40B4-BE49-F238E27FC236}">
                <a16:creationId xmlns:a16="http://schemas.microsoft.com/office/drawing/2014/main" id="{486FEF2D-77A8-18AF-540F-7AC735BC5512}"/>
              </a:ext>
            </a:extLst>
          </p:cNvPr>
          <p:cNvSpPr/>
          <p:nvPr/>
        </p:nvSpPr>
        <p:spPr>
          <a:xfrm>
            <a:off x="2825548" y="3525153"/>
            <a:ext cx="2123523" cy="69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99" name="Text 43">
            <a:extLst>
              <a:ext uri="{FF2B5EF4-FFF2-40B4-BE49-F238E27FC236}">
                <a16:creationId xmlns:a16="http://schemas.microsoft.com/office/drawing/2014/main" id="{3E7DB795-333D-B624-5FF6-DBCF92566B3B}"/>
              </a:ext>
            </a:extLst>
          </p:cNvPr>
          <p:cNvSpPr/>
          <p:nvPr/>
        </p:nvSpPr>
        <p:spPr>
          <a:xfrm>
            <a:off x="2825548" y="3525153"/>
            <a:ext cx="2123523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5.98 cm</a:t>
            </a:r>
            <a:endParaRPr lang="en-US" sz="1400" dirty="0">
              <a:latin typeface="+mj-lt"/>
            </a:endParaRPr>
          </a:p>
        </p:txBody>
      </p:sp>
      <p:sp>
        <p:nvSpPr>
          <p:cNvPr id="100" name="Shape 44">
            <a:extLst>
              <a:ext uri="{FF2B5EF4-FFF2-40B4-BE49-F238E27FC236}">
                <a16:creationId xmlns:a16="http://schemas.microsoft.com/office/drawing/2014/main" id="{4F8F5039-D077-4A4B-3409-5115A791C973}"/>
              </a:ext>
            </a:extLst>
          </p:cNvPr>
          <p:cNvSpPr/>
          <p:nvPr/>
        </p:nvSpPr>
        <p:spPr>
          <a:xfrm>
            <a:off x="905308" y="3982353"/>
            <a:ext cx="2026999" cy="693341"/>
          </a:xfrm>
          <a:prstGeom prst="rect">
            <a:avLst/>
          </a:prstGeom>
          <a:solidFill>
            <a:srgbClr val="E8F4F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1" name="Text 45">
            <a:extLst>
              <a:ext uri="{FF2B5EF4-FFF2-40B4-BE49-F238E27FC236}">
                <a16:creationId xmlns:a16="http://schemas.microsoft.com/office/drawing/2014/main" id="{48211228-B8C9-5F5F-4F97-7A31BD56B691}"/>
              </a:ext>
            </a:extLst>
          </p:cNvPr>
          <p:cNvSpPr/>
          <p:nvPr/>
        </p:nvSpPr>
        <p:spPr>
          <a:xfrm>
            <a:off x="905308" y="3982353"/>
            <a:ext cx="2026999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Healing Stage</a:t>
            </a:r>
            <a:endParaRPr lang="en-US" sz="1400" dirty="0">
              <a:latin typeface="+mj-lt"/>
            </a:endParaRPr>
          </a:p>
        </p:txBody>
      </p:sp>
      <p:sp>
        <p:nvSpPr>
          <p:cNvPr id="102" name="Shape 46">
            <a:extLst>
              <a:ext uri="{FF2B5EF4-FFF2-40B4-BE49-F238E27FC236}">
                <a16:creationId xmlns:a16="http://schemas.microsoft.com/office/drawing/2014/main" id="{67E7F1A7-03C8-7614-D59D-68F60CDFF333}"/>
              </a:ext>
            </a:extLst>
          </p:cNvPr>
          <p:cNvSpPr/>
          <p:nvPr/>
        </p:nvSpPr>
        <p:spPr>
          <a:xfrm>
            <a:off x="2825548" y="3982353"/>
            <a:ext cx="2123523" cy="69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3" name="Text 47">
            <a:extLst>
              <a:ext uri="{FF2B5EF4-FFF2-40B4-BE49-F238E27FC236}">
                <a16:creationId xmlns:a16="http://schemas.microsoft.com/office/drawing/2014/main" id="{E7604F95-883F-58C9-FE4B-7988369B0BB2}"/>
              </a:ext>
            </a:extLst>
          </p:cNvPr>
          <p:cNvSpPr/>
          <p:nvPr/>
        </p:nvSpPr>
        <p:spPr>
          <a:xfrm>
            <a:off x="2825548" y="3982353"/>
            <a:ext cx="2123523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+mj-lt"/>
                <a:ea typeface="Calibri" pitchFamily="34" charset="-122"/>
                <a:cs typeface="Calibri" pitchFamily="34" charset="-120"/>
              </a:rPr>
              <a:t>HEALING ~</a:t>
            </a:r>
            <a:endParaRPr lang="en-US" sz="1400" dirty="0">
              <a:latin typeface="+mj-lt"/>
            </a:endParaRPr>
          </a:p>
        </p:txBody>
      </p:sp>
      <p:sp>
        <p:nvSpPr>
          <p:cNvPr id="104" name="Shape 48">
            <a:extLst>
              <a:ext uri="{FF2B5EF4-FFF2-40B4-BE49-F238E27FC236}">
                <a16:creationId xmlns:a16="http://schemas.microsoft.com/office/drawing/2014/main" id="{B6328B13-E17C-468E-FE3D-022347142257}"/>
              </a:ext>
            </a:extLst>
          </p:cNvPr>
          <p:cNvSpPr/>
          <p:nvPr/>
        </p:nvSpPr>
        <p:spPr>
          <a:xfrm>
            <a:off x="905308" y="4439553"/>
            <a:ext cx="2026999" cy="693341"/>
          </a:xfrm>
          <a:prstGeom prst="rect">
            <a:avLst/>
          </a:prstGeom>
          <a:solidFill>
            <a:srgbClr val="E8F4F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5" name="Text 49">
            <a:extLst>
              <a:ext uri="{FF2B5EF4-FFF2-40B4-BE49-F238E27FC236}">
                <a16:creationId xmlns:a16="http://schemas.microsoft.com/office/drawing/2014/main" id="{0ADCAB59-5BFA-A1CD-68D9-32539C70025E}"/>
              </a:ext>
            </a:extLst>
          </p:cNvPr>
          <p:cNvSpPr/>
          <p:nvPr/>
        </p:nvSpPr>
        <p:spPr>
          <a:xfrm>
            <a:off x="905308" y="4439553"/>
            <a:ext cx="2026999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Confidence</a:t>
            </a:r>
            <a:endParaRPr lang="en-US" sz="1400" dirty="0">
              <a:latin typeface="+mj-lt"/>
            </a:endParaRPr>
          </a:p>
        </p:txBody>
      </p:sp>
      <p:sp>
        <p:nvSpPr>
          <p:cNvPr id="106" name="Shape 50">
            <a:extLst>
              <a:ext uri="{FF2B5EF4-FFF2-40B4-BE49-F238E27FC236}">
                <a16:creationId xmlns:a16="http://schemas.microsoft.com/office/drawing/2014/main" id="{FB487E3B-B27E-3045-C99B-A33BFF877A41}"/>
              </a:ext>
            </a:extLst>
          </p:cNvPr>
          <p:cNvSpPr/>
          <p:nvPr/>
        </p:nvSpPr>
        <p:spPr>
          <a:xfrm>
            <a:off x="2825548" y="4439553"/>
            <a:ext cx="2123523" cy="69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7" name="Text 51">
            <a:extLst>
              <a:ext uri="{FF2B5EF4-FFF2-40B4-BE49-F238E27FC236}">
                <a16:creationId xmlns:a16="http://schemas.microsoft.com/office/drawing/2014/main" id="{AE996CAB-F1BC-D268-C669-A1E55EC65640}"/>
              </a:ext>
            </a:extLst>
          </p:cNvPr>
          <p:cNvSpPr/>
          <p:nvPr/>
        </p:nvSpPr>
        <p:spPr>
          <a:xfrm>
            <a:off x="2825548" y="4439553"/>
            <a:ext cx="2123523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91.54%</a:t>
            </a:r>
            <a:endParaRPr lang="en-US" sz="1400" dirty="0">
              <a:latin typeface="+mj-lt"/>
            </a:endParaRPr>
          </a:p>
        </p:txBody>
      </p:sp>
      <p:sp>
        <p:nvSpPr>
          <p:cNvPr id="108" name="Shape 52">
            <a:extLst>
              <a:ext uri="{FF2B5EF4-FFF2-40B4-BE49-F238E27FC236}">
                <a16:creationId xmlns:a16="http://schemas.microsoft.com/office/drawing/2014/main" id="{A228DE3B-FC65-05CE-8DDA-7DF917A967C1}"/>
              </a:ext>
            </a:extLst>
          </p:cNvPr>
          <p:cNvSpPr/>
          <p:nvPr/>
        </p:nvSpPr>
        <p:spPr>
          <a:xfrm>
            <a:off x="905308" y="4896753"/>
            <a:ext cx="2026999" cy="693341"/>
          </a:xfrm>
          <a:prstGeom prst="rect">
            <a:avLst/>
          </a:prstGeom>
          <a:solidFill>
            <a:srgbClr val="E8F4FD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09" name="Text 53">
            <a:extLst>
              <a:ext uri="{FF2B5EF4-FFF2-40B4-BE49-F238E27FC236}">
                <a16:creationId xmlns:a16="http://schemas.microsoft.com/office/drawing/2014/main" id="{97DC158E-66BF-EBBF-300E-5C5D09727456}"/>
              </a:ext>
            </a:extLst>
          </p:cNvPr>
          <p:cNvSpPr/>
          <p:nvPr/>
        </p:nvSpPr>
        <p:spPr>
          <a:xfrm>
            <a:off x="905308" y="4896753"/>
            <a:ext cx="2026999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  <a:latin typeface="+mj-lt"/>
                <a:ea typeface="Arial" pitchFamily="34" charset="-122"/>
                <a:cs typeface="Arial" pitchFamily="34" charset="-120"/>
              </a:rPr>
              <a:t>Mask</a:t>
            </a:r>
            <a:endParaRPr lang="en-US" sz="1400" dirty="0">
              <a:latin typeface="+mj-lt"/>
            </a:endParaRPr>
          </a:p>
        </p:txBody>
      </p:sp>
      <p:sp>
        <p:nvSpPr>
          <p:cNvPr id="110" name="Shape 54">
            <a:extLst>
              <a:ext uri="{FF2B5EF4-FFF2-40B4-BE49-F238E27FC236}">
                <a16:creationId xmlns:a16="http://schemas.microsoft.com/office/drawing/2014/main" id="{0FC6B29B-4F90-ADFB-0916-A8E206F12CC0}"/>
              </a:ext>
            </a:extLst>
          </p:cNvPr>
          <p:cNvSpPr/>
          <p:nvPr/>
        </p:nvSpPr>
        <p:spPr>
          <a:xfrm>
            <a:off x="2825548" y="4896753"/>
            <a:ext cx="2123523" cy="693341"/>
          </a:xfrm>
          <a:prstGeom prst="rect">
            <a:avLst/>
          </a:prstGeom>
          <a:solidFill>
            <a:srgbClr val="FFFFFF"/>
          </a:solidFill>
          <a:ln w="12700">
            <a:solidFill>
              <a:srgbClr val="BBCCDD"/>
            </a:solidFill>
            <a:prstDash val="solid"/>
          </a:ln>
        </p:spPr>
      </p:sp>
      <p:sp>
        <p:nvSpPr>
          <p:cNvPr id="111" name="Text 55">
            <a:extLst>
              <a:ext uri="{FF2B5EF4-FFF2-40B4-BE49-F238E27FC236}">
                <a16:creationId xmlns:a16="http://schemas.microsoft.com/office/drawing/2014/main" id="{F66E31A5-4CC1-4BC9-A0C9-65E264F9E9D5}"/>
              </a:ext>
            </a:extLst>
          </p:cNvPr>
          <p:cNvSpPr/>
          <p:nvPr/>
        </p:nvSpPr>
        <p:spPr>
          <a:xfrm>
            <a:off x="2825548" y="4896753"/>
            <a:ext cx="2123523" cy="6933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+mj-lt"/>
                <a:ea typeface="Calibri" pitchFamily="34" charset="-122"/>
                <a:cs typeface="Calibri" pitchFamily="34" charset="-120"/>
              </a:rPr>
              <a:t>Neon-green overlay</a:t>
            </a:r>
            <a:endParaRPr lang="en-US" sz="1400" dirty="0">
              <a:latin typeface="+mj-lt"/>
            </a:endParaRP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45F065D6-AACD-EEEC-FC60-79B53C5F8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76"/>
          <a:stretch>
            <a:fillRect/>
          </a:stretch>
        </p:blipFill>
        <p:spPr>
          <a:xfrm>
            <a:off x="5141068" y="2153554"/>
            <a:ext cx="3045886" cy="3334778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F5B9914A-C154-E985-3BE2-B6E57EB99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513" b="5178"/>
          <a:stretch>
            <a:fillRect/>
          </a:stretch>
        </p:blipFill>
        <p:spPr>
          <a:xfrm>
            <a:off x="8307914" y="2153554"/>
            <a:ext cx="3045886" cy="405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2791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3-28 at 5.53.53 PM">
            <a:hlinkClick r:id="" action="ppaction://media"/>
            <a:extLst>
              <a:ext uri="{FF2B5EF4-FFF2-40B4-BE49-F238E27FC236}">
                <a16:creationId xmlns:a16="http://schemas.microsoft.com/office/drawing/2014/main" id="{3ADCB1EE-701F-01B3-D36D-4E881E804E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750" b="3351"/>
          <a:stretch>
            <a:fillRect/>
          </a:stretch>
        </p:blipFill>
        <p:spPr>
          <a:xfrm>
            <a:off x="2545984" y="80128"/>
            <a:ext cx="3550016" cy="66977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FF68CA4-1D91-EF31-1DCE-5A1915B4AEC5}"/>
              </a:ext>
            </a:extLst>
          </p:cNvPr>
          <p:cNvSpPr txBox="1">
            <a:spLocks/>
          </p:cNvSpPr>
          <p:nvPr/>
        </p:nvSpPr>
        <p:spPr>
          <a:xfrm>
            <a:off x="7465243" y="3043913"/>
            <a:ext cx="5119540" cy="7701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1" dirty="0">
                <a:solidFill>
                  <a:srgbClr val="4A8EF2"/>
                </a:solidFill>
              </a:rPr>
              <a:t>Demo Video</a:t>
            </a:r>
            <a:endParaRPr lang="en-IN" sz="3600" dirty="0">
              <a:solidFill>
                <a:srgbClr val="4A8E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83919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2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6E06-0038-CCA9-AA6A-C72C7F26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E92A-E70B-E3B2-DE75-DB2DA5B3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Advantages</a:t>
            </a:r>
            <a:endParaRPr lang="en-IN" sz="36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68B183-D322-7346-0048-0D7268D2A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9436" y="1933194"/>
            <a:ext cx="9386993" cy="280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Works without large labeled training datasets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Provides interpretable and transparent visual analysis results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 processing suitable for real-time applications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Scalable solution for remote healthcare and telemedicine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Flexible integration with deep learning models </a:t>
            </a:r>
          </a:p>
        </p:txBody>
      </p:sp>
    </p:spTree>
    <p:extLst>
      <p:ext uri="{BB962C8B-B14F-4D97-AF65-F5344CB8AC3E}">
        <p14:creationId xmlns:p14="http://schemas.microsoft.com/office/powerpoint/2010/main" val="13356170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7257-808F-B6EA-D4B5-F156B0FD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8847-991C-291F-84E4-BD7096CA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LIMITATIONS</a:t>
            </a:r>
            <a:endParaRPr lang="en-IN" sz="3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8C080C-DF9C-7364-E50D-A57142DD7593}"/>
              </a:ext>
            </a:extLst>
          </p:cNvPr>
          <p:cNvSpPr txBox="1"/>
          <p:nvPr/>
        </p:nvSpPr>
        <p:spPr>
          <a:xfrm>
            <a:off x="1168923" y="1904214"/>
            <a:ext cx="9615341" cy="2803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Performance affected by poor lighting and image quality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Requires calibration for accurate real-world measurements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Current system uses partially simulated model outputs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Limited availability of diverse medical training datasets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May struggle with complex or overlapping wound regions</a:t>
            </a:r>
          </a:p>
        </p:txBody>
      </p:sp>
    </p:spTree>
    <p:extLst>
      <p:ext uri="{BB962C8B-B14F-4D97-AF65-F5344CB8AC3E}">
        <p14:creationId xmlns:p14="http://schemas.microsoft.com/office/powerpoint/2010/main" val="417886989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70A6-1279-9DCF-1A70-05FE074B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0457-ECC9-AF2C-B597-C34F8907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CONCLUSION</a:t>
            </a:r>
            <a:endParaRPr lang="en-IN" sz="36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A13273-840E-2FCB-607F-8CD6217C41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8454"/>
            <a:ext cx="10515600" cy="3870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Developed hybrid system combining computer vision and AI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Enables automated wound detection, measurement, and classification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Provides interpretable results suitable for medical decision support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Scalable approach for future telemedicine applications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Strong foundation for integrating advanced deep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1647559524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Adani</Template>
  <TotalTime>567</TotalTime>
  <Words>1033</Words>
  <Application>Microsoft Office PowerPoint</Application>
  <PresentationFormat>Widescreen</PresentationFormat>
  <Paragraphs>196</Paragraphs>
  <Slides>18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Adani Regular</vt:lpstr>
      <vt:lpstr>Arial</vt:lpstr>
      <vt:lpstr>Arial Black</vt:lpstr>
      <vt:lpstr>Calibri</vt:lpstr>
      <vt:lpstr>Courier New</vt:lpstr>
      <vt:lpstr>Adani</vt:lpstr>
      <vt:lpstr>PowerPoint Presentation</vt:lpstr>
      <vt:lpstr>Team 4: Wound Healing Assessment from Smartphone Images</vt:lpstr>
      <vt:lpstr>Problem Statement</vt:lpstr>
      <vt:lpstr>Proposed Hybrid AI System</vt:lpstr>
      <vt:lpstr>Technology Stack</vt:lpstr>
      <vt:lpstr>System Pipeline Overview</vt:lpstr>
      <vt:lpstr>Stage 1: GAUSSIAN FILTERING &amp; DUAL COLOR SPACE TRANSFORMATION</vt:lpstr>
      <vt:lpstr>Stage 2: K-MEANS++ UNSUPERVISED CLUSTERING</vt:lpstr>
      <vt:lpstr>Stage 3: MORPHOLOGICAL REFINEMENT </vt:lpstr>
      <vt:lpstr>Stage 4: GEOMETRIC CONTOUR EXTRACTION </vt:lpstr>
      <vt:lpstr>Stage 5: HEURISTIC DIAGNOSIS &amp; ALPHA-BLEND VISUAL OVERLAY </vt:lpstr>
      <vt:lpstr>LIVE SYSTEM RESULTS - APPLICATION SCREENSHOTS</vt:lpstr>
      <vt:lpstr>LIVE SYSTEM RESULTS - APPLICATION SCREENSHOTS</vt:lpstr>
      <vt:lpstr>PowerPoint Presentation</vt:lpstr>
      <vt:lpstr>Advantages</vt:lpstr>
      <vt:lpstr>LIMITATIONS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Univariate Statistics</dc:title>
  <dc:creator>Vishakha Chauhan</dc:creator>
  <cp:lastModifiedBy>Vishakha Chauhan</cp:lastModifiedBy>
  <cp:revision>27</cp:revision>
  <cp:lastPrinted>2025-10-09T18:14:58Z</cp:lastPrinted>
  <dcterms:created xsi:type="dcterms:W3CDTF">2022-04-05T09:55:23Z</dcterms:created>
  <dcterms:modified xsi:type="dcterms:W3CDTF">2026-03-28T16:54:18Z</dcterms:modified>
</cp:coreProperties>
</file>